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5.xml" ContentType="application/vnd.openxmlformats-officedocument.theme+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theme/theme7.xml" ContentType="application/vnd.openxmlformats-officedocument.theme+xml"/>
  <Override PartName="/ppt/slideLayouts/slideLayout1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9" r:id="rId5"/>
    <p:sldMasterId id="2147483666" r:id="rId6"/>
    <p:sldMasterId id="2147483651" r:id="rId7"/>
    <p:sldMasterId id="2147483669" r:id="rId8"/>
    <p:sldMasterId id="2147483658" r:id="rId9"/>
    <p:sldMasterId id="2147483660" r:id="rId10"/>
    <p:sldMasterId id="2147483664" r:id="rId11"/>
  </p:sldMasterIdLst>
  <p:notesMasterIdLst>
    <p:notesMasterId r:id="rId31"/>
  </p:notesMasterIdLst>
  <p:sldIdLst>
    <p:sldId id="475" r:id="rId12"/>
    <p:sldId id="493" r:id="rId13"/>
    <p:sldId id="484" r:id="rId14"/>
    <p:sldId id="486" r:id="rId15"/>
    <p:sldId id="491" r:id="rId16"/>
    <p:sldId id="490" r:id="rId17"/>
    <p:sldId id="496" r:id="rId18"/>
    <p:sldId id="497" r:id="rId19"/>
    <p:sldId id="495" r:id="rId20"/>
    <p:sldId id="494" r:id="rId21"/>
    <p:sldId id="476" r:id="rId22"/>
    <p:sldId id="488" r:id="rId23"/>
    <p:sldId id="483" r:id="rId24"/>
    <p:sldId id="477" r:id="rId25"/>
    <p:sldId id="489" r:id="rId26"/>
    <p:sldId id="479" r:id="rId27"/>
    <p:sldId id="480" r:id="rId28"/>
    <p:sldId id="482" r:id="rId29"/>
    <p:sldId id="265" r:id="rId30"/>
  </p:sldIdLst>
  <p:sldSz cx="12188825" cy="6858000"/>
  <p:notesSz cx="6858000" cy="9144000"/>
  <p:defaultTextStyle>
    <a:defPPr>
      <a:defRPr lang="en-US"/>
    </a:defPPr>
    <a:lvl1pPr marL="0" algn="l" defTabSz="914285" rtl="0" eaLnBrk="1" latinLnBrk="0" hangingPunct="1">
      <a:defRPr sz="1900" kern="1200">
        <a:solidFill>
          <a:schemeClr val="tx1"/>
        </a:solidFill>
        <a:latin typeface="+mn-lt"/>
        <a:ea typeface="+mn-ea"/>
        <a:cs typeface="+mn-cs"/>
      </a:defRPr>
    </a:lvl1pPr>
    <a:lvl2pPr marL="457141" algn="l" defTabSz="914285" rtl="0" eaLnBrk="1" latinLnBrk="0" hangingPunct="1">
      <a:defRPr sz="1900" kern="1200">
        <a:solidFill>
          <a:schemeClr val="tx1"/>
        </a:solidFill>
        <a:latin typeface="+mn-lt"/>
        <a:ea typeface="+mn-ea"/>
        <a:cs typeface="+mn-cs"/>
      </a:defRPr>
    </a:lvl2pPr>
    <a:lvl3pPr marL="914285" algn="l" defTabSz="914285" rtl="0" eaLnBrk="1" latinLnBrk="0" hangingPunct="1">
      <a:defRPr sz="1900" kern="1200">
        <a:solidFill>
          <a:schemeClr val="tx1"/>
        </a:solidFill>
        <a:latin typeface="+mn-lt"/>
        <a:ea typeface="+mn-ea"/>
        <a:cs typeface="+mn-cs"/>
      </a:defRPr>
    </a:lvl3pPr>
    <a:lvl4pPr marL="1371428" algn="l" defTabSz="914285" rtl="0" eaLnBrk="1" latinLnBrk="0" hangingPunct="1">
      <a:defRPr sz="1900" kern="1200">
        <a:solidFill>
          <a:schemeClr val="tx1"/>
        </a:solidFill>
        <a:latin typeface="+mn-lt"/>
        <a:ea typeface="+mn-ea"/>
        <a:cs typeface="+mn-cs"/>
      </a:defRPr>
    </a:lvl4pPr>
    <a:lvl5pPr marL="1828572" algn="l" defTabSz="914285" rtl="0" eaLnBrk="1" latinLnBrk="0" hangingPunct="1">
      <a:defRPr sz="1900" kern="1200">
        <a:solidFill>
          <a:schemeClr val="tx1"/>
        </a:solidFill>
        <a:latin typeface="+mn-lt"/>
        <a:ea typeface="+mn-ea"/>
        <a:cs typeface="+mn-cs"/>
      </a:defRPr>
    </a:lvl5pPr>
    <a:lvl6pPr marL="2285713" algn="l" defTabSz="914285" rtl="0" eaLnBrk="1" latinLnBrk="0" hangingPunct="1">
      <a:defRPr sz="1900" kern="1200">
        <a:solidFill>
          <a:schemeClr val="tx1"/>
        </a:solidFill>
        <a:latin typeface="+mn-lt"/>
        <a:ea typeface="+mn-ea"/>
        <a:cs typeface="+mn-cs"/>
      </a:defRPr>
    </a:lvl6pPr>
    <a:lvl7pPr marL="2742857" algn="l" defTabSz="914285" rtl="0" eaLnBrk="1" latinLnBrk="0" hangingPunct="1">
      <a:defRPr sz="1900" kern="1200">
        <a:solidFill>
          <a:schemeClr val="tx1"/>
        </a:solidFill>
        <a:latin typeface="+mn-lt"/>
        <a:ea typeface="+mn-ea"/>
        <a:cs typeface="+mn-cs"/>
      </a:defRPr>
    </a:lvl7pPr>
    <a:lvl8pPr marL="3200000" algn="l" defTabSz="914285" rtl="0" eaLnBrk="1" latinLnBrk="0" hangingPunct="1">
      <a:defRPr sz="1900" kern="1200">
        <a:solidFill>
          <a:schemeClr val="tx1"/>
        </a:solidFill>
        <a:latin typeface="+mn-lt"/>
        <a:ea typeface="+mn-ea"/>
        <a:cs typeface="+mn-cs"/>
      </a:defRPr>
    </a:lvl8pPr>
    <a:lvl9pPr marL="3657144" algn="l" defTabSz="91428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35" userDrawn="1">
          <p15:clr>
            <a:srgbClr val="A4A3A4"/>
          </p15:clr>
        </p15:guide>
        <p15:guide id="3" orient="horz" pos="4223" userDrawn="1">
          <p15:clr>
            <a:srgbClr val="A4A3A4"/>
          </p15:clr>
        </p15:guide>
        <p15:guide id="4" pos="379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dhav Choudhari           //IBANK/BKC" initials="MC/" lastIdx="0" clrIdx="0">
    <p:extLst>
      <p:ext uri="{19B8F6BF-5375-455C-9EA6-DF929625EA0E}">
        <p15:presenceInfo xmlns:p15="http://schemas.microsoft.com/office/powerpoint/2012/main" userId="S-1-5-21-1343024091-725345543-504838010-15184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1B9E9"/>
    <a:srgbClr val="972917"/>
    <a:srgbClr val="97291E"/>
    <a:srgbClr val="917BB9"/>
    <a:srgbClr val="00C0F3"/>
    <a:srgbClr val="E77817"/>
    <a:srgbClr val="9C7EB7"/>
    <a:srgbClr val="FFFFFF"/>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343" autoAdjust="0"/>
  </p:normalViewPr>
  <p:slideViewPr>
    <p:cSldViewPr>
      <p:cViewPr varScale="1">
        <p:scale>
          <a:sx n="63" d="100"/>
          <a:sy n="63" d="100"/>
        </p:scale>
        <p:origin x="804" y="56"/>
      </p:cViewPr>
      <p:guideLst>
        <p:guide orient="horz" pos="2160"/>
        <p:guide pos="3935"/>
        <p:guide orient="horz" pos="4223"/>
        <p:guide pos="3791"/>
      </p:guideLst>
    </p:cSldViewPr>
  </p:slideViewPr>
  <p:notesTextViewPr>
    <p:cViewPr>
      <p:scale>
        <a:sx n="1" d="1"/>
        <a:sy n="1" d="1"/>
      </p:scale>
      <p:origin x="0" y="0"/>
    </p:cViewPr>
  </p:notesTextViewPr>
  <p:sorterViewPr>
    <p:cViewPr>
      <p:scale>
        <a:sx n="100" d="100"/>
        <a:sy n="100" d="100"/>
      </p:scale>
      <p:origin x="0" y="-2430"/>
    </p:cViewPr>
  </p:sorterViewPr>
  <p:notesViewPr>
    <p:cSldViewPr>
      <p:cViewPr varScale="1">
        <p:scale>
          <a:sx n="91" d="100"/>
          <a:sy n="91" d="100"/>
        </p:scale>
        <p:origin x="3168"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 Type="http://schemas.openxmlformats.org/officeDocument/2006/relationships/customXml" Target="../customXml/item3.xml"/><Relationship Id="rId21" Type="http://schemas.openxmlformats.org/officeDocument/2006/relationships/slide" Target="slides/slide10.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theme" Target="theme/theme1.xml"/><Relationship Id="rId8" Type="http://schemas.openxmlformats.org/officeDocument/2006/relationships/slideMaster" Target="slideMasters/slideMaster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32E898-1FD1-4A3A-AAFA-6E30D3C34077}" type="doc">
      <dgm:prSet loTypeId="urn:microsoft.com/office/officeart/2005/8/layout/chevronAccent+Icon" loCatId="process" qsTypeId="urn:microsoft.com/office/officeart/2005/8/quickstyle/simple1" qsCatId="simple" csTypeId="urn:microsoft.com/office/officeart/2005/8/colors/accent1_2" csCatId="accent1" phldr="1"/>
      <dgm:spPr/>
      <dgm:t>
        <a:bodyPr/>
        <a:lstStyle/>
        <a:p>
          <a:endParaRPr lang="en-US"/>
        </a:p>
      </dgm:t>
    </dgm:pt>
    <dgm:pt modelId="{BAE02BEC-A037-494B-BE9B-7E63A7054645}">
      <dgm:prSet phldrT="[Text]" custT="1"/>
      <dgm:spPr/>
      <dgm:t>
        <a:bodyPr/>
        <a:lstStyle/>
        <a:p>
          <a:r>
            <a:rPr lang="en-US" sz="2800" dirty="0"/>
            <a:t>Onboarding</a:t>
          </a:r>
        </a:p>
      </dgm:t>
    </dgm:pt>
    <dgm:pt modelId="{DA304600-123C-49F1-9C87-79E1C26A987A}" type="parTrans" cxnId="{6A05F3AC-1C93-4015-B425-D8744DA71427}">
      <dgm:prSet/>
      <dgm:spPr/>
      <dgm:t>
        <a:bodyPr/>
        <a:lstStyle/>
        <a:p>
          <a:endParaRPr lang="en-US"/>
        </a:p>
      </dgm:t>
    </dgm:pt>
    <dgm:pt modelId="{ABA93118-D635-4E2E-ABF0-EE37F4795B44}" type="sibTrans" cxnId="{6A05F3AC-1C93-4015-B425-D8744DA71427}">
      <dgm:prSet/>
      <dgm:spPr/>
      <dgm:t>
        <a:bodyPr/>
        <a:lstStyle/>
        <a:p>
          <a:endParaRPr lang="en-US"/>
        </a:p>
      </dgm:t>
    </dgm:pt>
    <dgm:pt modelId="{44A4BFE3-2D8A-426C-B9CD-483A648DBE71}">
      <dgm:prSet phldrT="[Text]" custT="1"/>
      <dgm:spPr/>
      <dgm:t>
        <a:bodyPr/>
        <a:lstStyle/>
        <a:p>
          <a:r>
            <a:rPr lang="en-US" sz="2800" dirty="0"/>
            <a:t>UAT</a:t>
          </a:r>
        </a:p>
      </dgm:t>
    </dgm:pt>
    <dgm:pt modelId="{EB293FE2-1281-4A85-B5F5-34EAAC443FD1}" type="parTrans" cxnId="{664D82AC-EF35-4CA1-AD8C-0EBD2A991B92}">
      <dgm:prSet/>
      <dgm:spPr/>
      <dgm:t>
        <a:bodyPr/>
        <a:lstStyle/>
        <a:p>
          <a:endParaRPr lang="en-US"/>
        </a:p>
      </dgm:t>
    </dgm:pt>
    <dgm:pt modelId="{1AEAE9B5-C614-42D3-993B-6D8B810E8289}" type="sibTrans" cxnId="{664D82AC-EF35-4CA1-AD8C-0EBD2A991B92}">
      <dgm:prSet/>
      <dgm:spPr/>
      <dgm:t>
        <a:bodyPr/>
        <a:lstStyle/>
        <a:p>
          <a:endParaRPr lang="en-US"/>
        </a:p>
      </dgm:t>
    </dgm:pt>
    <dgm:pt modelId="{244EE86A-9B99-4939-9F30-B59228F9EB6C}">
      <dgm:prSet phldrT="[Text]" custT="1"/>
      <dgm:spPr/>
      <dgm:t>
        <a:bodyPr/>
        <a:lstStyle/>
        <a:p>
          <a:r>
            <a:rPr lang="en-US" sz="2800" dirty="0"/>
            <a:t>Production</a:t>
          </a:r>
        </a:p>
      </dgm:t>
    </dgm:pt>
    <dgm:pt modelId="{386E842C-B3AF-437E-98A4-74CD2A33F69C}" type="parTrans" cxnId="{CD8B713E-AABC-423D-8573-43DB58F55824}">
      <dgm:prSet/>
      <dgm:spPr/>
      <dgm:t>
        <a:bodyPr/>
        <a:lstStyle/>
        <a:p>
          <a:endParaRPr lang="en-US"/>
        </a:p>
      </dgm:t>
    </dgm:pt>
    <dgm:pt modelId="{89F33F22-487D-45AA-9E11-867A960F40E4}" type="sibTrans" cxnId="{CD8B713E-AABC-423D-8573-43DB58F55824}">
      <dgm:prSet/>
      <dgm:spPr/>
      <dgm:t>
        <a:bodyPr/>
        <a:lstStyle/>
        <a:p>
          <a:endParaRPr lang="en-US"/>
        </a:p>
      </dgm:t>
    </dgm:pt>
    <dgm:pt modelId="{4553B915-E0F9-4187-8136-6E1BC5553588}" type="pres">
      <dgm:prSet presAssocID="{DC32E898-1FD1-4A3A-AAFA-6E30D3C34077}" presName="Name0" presStyleCnt="0">
        <dgm:presLayoutVars>
          <dgm:dir/>
          <dgm:resizeHandles val="exact"/>
        </dgm:presLayoutVars>
      </dgm:prSet>
      <dgm:spPr/>
    </dgm:pt>
    <dgm:pt modelId="{746B10EB-5996-4B0F-84F3-EB8799734928}" type="pres">
      <dgm:prSet presAssocID="{BAE02BEC-A037-494B-BE9B-7E63A7054645}" presName="composite" presStyleCnt="0"/>
      <dgm:spPr/>
    </dgm:pt>
    <dgm:pt modelId="{6A6AD523-D3F5-469E-994B-30A00871936D}" type="pres">
      <dgm:prSet presAssocID="{BAE02BEC-A037-494B-BE9B-7E63A7054645}" presName="bgChev" presStyleLbl="node1" presStyleIdx="0" presStyleCnt="3"/>
      <dgm:spPr/>
    </dgm:pt>
    <dgm:pt modelId="{16A87972-0CC6-40D4-A5B1-A427A8587C25}" type="pres">
      <dgm:prSet presAssocID="{BAE02BEC-A037-494B-BE9B-7E63A7054645}" presName="txNode" presStyleLbl="fgAcc1" presStyleIdx="0" presStyleCnt="3">
        <dgm:presLayoutVars>
          <dgm:bulletEnabled val="1"/>
        </dgm:presLayoutVars>
      </dgm:prSet>
      <dgm:spPr/>
    </dgm:pt>
    <dgm:pt modelId="{CA82EE19-8180-47B0-AA3C-28E4F86038BF}" type="pres">
      <dgm:prSet presAssocID="{ABA93118-D635-4E2E-ABF0-EE37F4795B44}" presName="compositeSpace" presStyleCnt="0"/>
      <dgm:spPr/>
    </dgm:pt>
    <dgm:pt modelId="{1BDCBC3C-2B3F-494F-A48C-7238E847AEAF}" type="pres">
      <dgm:prSet presAssocID="{44A4BFE3-2D8A-426C-B9CD-483A648DBE71}" presName="composite" presStyleCnt="0"/>
      <dgm:spPr/>
    </dgm:pt>
    <dgm:pt modelId="{05E619FB-51B7-4EAD-8960-6B2C2A869311}" type="pres">
      <dgm:prSet presAssocID="{44A4BFE3-2D8A-426C-B9CD-483A648DBE71}" presName="bgChev" presStyleLbl="node1" presStyleIdx="1" presStyleCnt="3"/>
      <dgm:spPr/>
    </dgm:pt>
    <dgm:pt modelId="{CE9E220D-CF4E-4EDE-9B4A-BB1A9D1B66A9}" type="pres">
      <dgm:prSet presAssocID="{44A4BFE3-2D8A-426C-B9CD-483A648DBE71}" presName="txNode" presStyleLbl="fgAcc1" presStyleIdx="1" presStyleCnt="3">
        <dgm:presLayoutVars>
          <dgm:bulletEnabled val="1"/>
        </dgm:presLayoutVars>
      </dgm:prSet>
      <dgm:spPr/>
    </dgm:pt>
    <dgm:pt modelId="{7BD25F70-4BE7-42EB-9DFE-F27F23987DB2}" type="pres">
      <dgm:prSet presAssocID="{1AEAE9B5-C614-42D3-993B-6D8B810E8289}" presName="compositeSpace" presStyleCnt="0"/>
      <dgm:spPr/>
    </dgm:pt>
    <dgm:pt modelId="{E614B080-3E30-47A8-ADB8-600514A031D1}" type="pres">
      <dgm:prSet presAssocID="{244EE86A-9B99-4939-9F30-B59228F9EB6C}" presName="composite" presStyleCnt="0"/>
      <dgm:spPr/>
    </dgm:pt>
    <dgm:pt modelId="{E88C0FCD-ACEA-461D-94FE-D1B56C86F1A6}" type="pres">
      <dgm:prSet presAssocID="{244EE86A-9B99-4939-9F30-B59228F9EB6C}" presName="bgChev" presStyleLbl="node1" presStyleIdx="2" presStyleCnt="3"/>
      <dgm:spPr/>
    </dgm:pt>
    <dgm:pt modelId="{47FF53CC-4D32-44F2-A138-4E1D0BBBC2A6}" type="pres">
      <dgm:prSet presAssocID="{244EE86A-9B99-4939-9F30-B59228F9EB6C}" presName="txNode" presStyleLbl="fgAcc1" presStyleIdx="2" presStyleCnt="3">
        <dgm:presLayoutVars>
          <dgm:bulletEnabled val="1"/>
        </dgm:presLayoutVars>
      </dgm:prSet>
      <dgm:spPr/>
    </dgm:pt>
  </dgm:ptLst>
  <dgm:cxnLst>
    <dgm:cxn modelId="{CD8B713E-AABC-423D-8573-43DB58F55824}" srcId="{DC32E898-1FD1-4A3A-AAFA-6E30D3C34077}" destId="{244EE86A-9B99-4939-9F30-B59228F9EB6C}" srcOrd="2" destOrd="0" parTransId="{386E842C-B3AF-437E-98A4-74CD2A33F69C}" sibTransId="{89F33F22-487D-45AA-9E11-867A960F40E4}"/>
    <dgm:cxn modelId="{664D82AC-EF35-4CA1-AD8C-0EBD2A991B92}" srcId="{DC32E898-1FD1-4A3A-AAFA-6E30D3C34077}" destId="{44A4BFE3-2D8A-426C-B9CD-483A648DBE71}" srcOrd="1" destOrd="0" parTransId="{EB293FE2-1281-4A85-B5F5-34EAAC443FD1}" sibTransId="{1AEAE9B5-C614-42D3-993B-6D8B810E8289}"/>
    <dgm:cxn modelId="{6A05F3AC-1C93-4015-B425-D8744DA71427}" srcId="{DC32E898-1FD1-4A3A-AAFA-6E30D3C34077}" destId="{BAE02BEC-A037-494B-BE9B-7E63A7054645}" srcOrd="0" destOrd="0" parTransId="{DA304600-123C-49F1-9C87-79E1C26A987A}" sibTransId="{ABA93118-D635-4E2E-ABF0-EE37F4795B44}"/>
    <dgm:cxn modelId="{D5E607AF-3907-4829-9DEB-A1C93FEAFEF1}" type="presOf" srcId="{BAE02BEC-A037-494B-BE9B-7E63A7054645}" destId="{16A87972-0CC6-40D4-A5B1-A427A8587C25}" srcOrd="0" destOrd="0" presId="urn:microsoft.com/office/officeart/2005/8/layout/chevronAccent+Icon"/>
    <dgm:cxn modelId="{DF8DFAB2-6894-4CC6-AA8A-04AC0E9BFF7B}" type="presOf" srcId="{244EE86A-9B99-4939-9F30-B59228F9EB6C}" destId="{47FF53CC-4D32-44F2-A138-4E1D0BBBC2A6}" srcOrd="0" destOrd="0" presId="urn:microsoft.com/office/officeart/2005/8/layout/chevronAccent+Icon"/>
    <dgm:cxn modelId="{C5F3C1E0-E79A-41AA-96A8-B13540C6187A}" type="presOf" srcId="{44A4BFE3-2D8A-426C-B9CD-483A648DBE71}" destId="{CE9E220D-CF4E-4EDE-9B4A-BB1A9D1B66A9}" srcOrd="0" destOrd="0" presId="urn:microsoft.com/office/officeart/2005/8/layout/chevronAccent+Icon"/>
    <dgm:cxn modelId="{155A63F2-03EB-41D4-97E9-48E0BBAA7C98}" type="presOf" srcId="{DC32E898-1FD1-4A3A-AAFA-6E30D3C34077}" destId="{4553B915-E0F9-4187-8136-6E1BC5553588}" srcOrd="0" destOrd="0" presId="urn:microsoft.com/office/officeart/2005/8/layout/chevronAccent+Icon"/>
    <dgm:cxn modelId="{079F3956-C2DD-4FC3-82AE-870ACD6CBF7B}" type="presParOf" srcId="{4553B915-E0F9-4187-8136-6E1BC5553588}" destId="{746B10EB-5996-4B0F-84F3-EB8799734928}" srcOrd="0" destOrd="0" presId="urn:microsoft.com/office/officeart/2005/8/layout/chevronAccent+Icon"/>
    <dgm:cxn modelId="{47C254F6-68E6-4579-915E-EEB1F72DCE00}" type="presParOf" srcId="{746B10EB-5996-4B0F-84F3-EB8799734928}" destId="{6A6AD523-D3F5-469E-994B-30A00871936D}" srcOrd="0" destOrd="0" presId="urn:microsoft.com/office/officeart/2005/8/layout/chevronAccent+Icon"/>
    <dgm:cxn modelId="{6970998C-C70A-48FD-AD6C-A5788A926225}" type="presParOf" srcId="{746B10EB-5996-4B0F-84F3-EB8799734928}" destId="{16A87972-0CC6-40D4-A5B1-A427A8587C25}" srcOrd="1" destOrd="0" presId="urn:microsoft.com/office/officeart/2005/8/layout/chevronAccent+Icon"/>
    <dgm:cxn modelId="{3999687E-508F-4378-8ADE-DE10083E5A5C}" type="presParOf" srcId="{4553B915-E0F9-4187-8136-6E1BC5553588}" destId="{CA82EE19-8180-47B0-AA3C-28E4F86038BF}" srcOrd="1" destOrd="0" presId="urn:microsoft.com/office/officeart/2005/8/layout/chevronAccent+Icon"/>
    <dgm:cxn modelId="{E8FAA88F-3B7C-450D-BF4F-584251C8B3DA}" type="presParOf" srcId="{4553B915-E0F9-4187-8136-6E1BC5553588}" destId="{1BDCBC3C-2B3F-494F-A48C-7238E847AEAF}" srcOrd="2" destOrd="0" presId="urn:microsoft.com/office/officeart/2005/8/layout/chevronAccent+Icon"/>
    <dgm:cxn modelId="{FAF87404-CCBD-437C-A09E-AFE2A8354417}" type="presParOf" srcId="{1BDCBC3C-2B3F-494F-A48C-7238E847AEAF}" destId="{05E619FB-51B7-4EAD-8960-6B2C2A869311}" srcOrd="0" destOrd="0" presId="urn:microsoft.com/office/officeart/2005/8/layout/chevronAccent+Icon"/>
    <dgm:cxn modelId="{9E0510F7-E2E1-4A32-AE31-B49257C23588}" type="presParOf" srcId="{1BDCBC3C-2B3F-494F-A48C-7238E847AEAF}" destId="{CE9E220D-CF4E-4EDE-9B4A-BB1A9D1B66A9}" srcOrd="1" destOrd="0" presId="urn:microsoft.com/office/officeart/2005/8/layout/chevronAccent+Icon"/>
    <dgm:cxn modelId="{DA469F00-17C1-4D70-B2A9-6D370AB51553}" type="presParOf" srcId="{4553B915-E0F9-4187-8136-6E1BC5553588}" destId="{7BD25F70-4BE7-42EB-9DFE-F27F23987DB2}" srcOrd="3" destOrd="0" presId="urn:microsoft.com/office/officeart/2005/8/layout/chevronAccent+Icon"/>
    <dgm:cxn modelId="{D38F6F2B-011E-481F-87E3-7F231C7CBDDE}" type="presParOf" srcId="{4553B915-E0F9-4187-8136-6E1BC5553588}" destId="{E614B080-3E30-47A8-ADB8-600514A031D1}" srcOrd="4" destOrd="0" presId="urn:microsoft.com/office/officeart/2005/8/layout/chevronAccent+Icon"/>
    <dgm:cxn modelId="{9A4C6FED-AB29-4D80-B6D1-83E45FD45ED2}" type="presParOf" srcId="{E614B080-3E30-47A8-ADB8-600514A031D1}" destId="{E88C0FCD-ACEA-461D-94FE-D1B56C86F1A6}" srcOrd="0" destOrd="0" presId="urn:microsoft.com/office/officeart/2005/8/layout/chevronAccent+Icon"/>
    <dgm:cxn modelId="{191DB4F9-067D-4D45-8DDF-FCD4E19FE37B}" type="presParOf" srcId="{E614B080-3E30-47A8-ADB8-600514A031D1}" destId="{47FF53CC-4D32-44F2-A138-4E1D0BBBC2A6}"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6AD523-D3F5-469E-994B-30A00871936D}">
      <dsp:nvSpPr>
        <dsp:cNvPr id="0" name=""/>
        <dsp:cNvSpPr/>
      </dsp:nvSpPr>
      <dsp:spPr>
        <a:xfrm>
          <a:off x="1151" y="2010396"/>
          <a:ext cx="2894223" cy="1117170"/>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A87972-0CC6-40D4-A5B1-A427A8587C25}">
      <dsp:nvSpPr>
        <dsp:cNvPr id="0" name=""/>
        <dsp:cNvSpPr/>
      </dsp:nvSpPr>
      <dsp:spPr>
        <a:xfrm>
          <a:off x="772944" y="2289689"/>
          <a:ext cx="2444010" cy="111717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Onboarding</a:t>
          </a:r>
        </a:p>
      </dsp:txBody>
      <dsp:txXfrm>
        <a:off x="805665" y="2322410"/>
        <a:ext cx="2378568" cy="1051728"/>
      </dsp:txXfrm>
    </dsp:sp>
    <dsp:sp modelId="{05E619FB-51B7-4EAD-8960-6B2C2A869311}">
      <dsp:nvSpPr>
        <dsp:cNvPr id="0" name=""/>
        <dsp:cNvSpPr/>
      </dsp:nvSpPr>
      <dsp:spPr>
        <a:xfrm>
          <a:off x="3306998" y="2010396"/>
          <a:ext cx="2894223" cy="1117170"/>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9E220D-CF4E-4EDE-9B4A-BB1A9D1B66A9}">
      <dsp:nvSpPr>
        <dsp:cNvPr id="0" name=""/>
        <dsp:cNvSpPr/>
      </dsp:nvSpPr>
      <dsp:spPr>
        <a:xfrm>
          <a:off x="4078791" y="2289689"/>
          <a:ext cx="2444010" cy="111717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UAT</a:t>
          </a:r>
        </a:p>
      </dsp:txBody>
      <dsp:txXfrm>
        <a:off x="4111512" y="2322410"/>
        <a:ext cx="2378568" cy="1051728"/>
      </dsp:txXfrm>
    </dsp:sp>
    <dsp:sp modelId="{E88C0FCD-ACEA-461D-94FE-D1B56C86F1A6}">
      <dsp:nvSpPr>
        <dsp:cNvPr id="0" name=""/>
        <dsp:cNvSpPr/>
      </dsp:nvSpPr>
      <dsp:spPr>
        <a:xfrm>
          <a:off x="6612844" y="2010396"/>
          <a:ext cx="2894223" cy="1117170"/>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FF53CC-4D32-44F2-A138-4E1D0BBBC2A6}">
      <dsp:nvSpPr>
        <dsp:cNvPr id="0" name=""/>
        <dsp:cNvSpPr/>
      </dsp:nvSpPr>
      <dsp:spPr>
        <a:xfrm>
          <a:off x="7384637" y="2289689"/>
          <a:ext cx="2444010" cy="111717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Production</a:t>
          </a:r>
        </a:p>
      </dsp:txBody>
      <dsp:txXfrm>
        <a:off x="7417358" y="2322410"/>
        <a:ext cx="2378568" cy="1051728"/>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FDB405-049D-48E6-8B76-08ABC6404540}"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A1A669-F7F6-4C90-8D2A-C889007CBFD6}" type="slidenum">
              <a:rPr lang="en-US" smtClean="0"/>
              <a:t>‹#›</a:t>
            </a:fld>
            <a:endParaRPr lang="en-US"/>
          </a:p>
        </p:txBody>
      </p:sp>
    </p:spTree>
    <p:extLst>
      <p:ext uri="{BB962C8B-B14F-4D97-AF65-F5344CB8AC3E}">
        <p14:creationId xmlns:p14="http://schemas.microsoft.com/office/powerpoint/2010/main" val="15928634"/>
      </p:ext>
    </p:extLst>
  </p:cSld>
  <p:clrMap bg1="lt1" tx1="dk1" bg2="lt2" tx2="dk2" accent1="accent1" accent2="accent2" accent3="accent3" accent4="accent4" accent5="accent5" accent6="accent6" hlink="hlink" folHlink="folHlink"/>
  <p:notesStyle>
    <a:lvl1pPr marL="0" algn="l" defTabSz="914285" rtl="0" eaLnBrk="1" latinLnBrk="0" hangingPunct="1">
      <a:defRPr sz="1200" kern="1200">
        <a:solidFill>
          <a:schemeClr val="tx1"/>
        </a:solidFill>
        <a:latin typeface="+mn-lt"/>
        <a:ea typeface="+mn-ea"/>
        <a:cs typeface="+mn-cs"/>
      </a:defRPr>
    </a:lvl1pPr>
    <a:lvl2pPr marL="457141" algn="l" defTabSz="914285" rtl="0" eaLnBrk="1" latinLnBrk="0" hangingPunct="1">
      <a:defRPr sz="1200" kern="1200">
        <a:solidFill>
          <a:schemeClr val="tx1"/>
        </a:solidFill>
        <a:latin typeface="+mn-lt"/>
        <a:ea typeface="+mn-ea"/>
        <a:cs typeface="+mn-cs"/>
      </a:defRPr>
    </a:lvl2pPr>
    <a:lvl3pPr marL="914285" algn="l" defTabSz="914285" rtl="0" eaLnBrk="1" latinLnBrk="0" hangingPunct="1">
      <a:defRPr sz="1200" kern="1200">
        <a:solidFill>
          <a:schemeClr val="tx1"/>
        </a:solidFill>
        <a:latin typeface="+mn-lt"/>
        <a:ea typeface="+mn-ea"/>
        <a:cs typeface="+mn-cs"/>
      </a:defRPr>
    </a:lvl3pPr>
    <a:lvl4pPr marL="1371428" algn="l" defTabSz="914285" rtl="0" eaLnBrk="1" latinLnBrk="0" hangingPunct="1">
      <a:defRPr sz="1200" kern="1200">
        <a:solidFill>
          <a:schemeClr val="tx1"/>
        </a:solidFill>
        <a:latin typeface="+mn-lt"/>
        <a:ea typeface="+mn-ea"/>
        <a:cs typeface="+mn-cs"/>
      </a:defRPr>
    </a:lvl4pPr>
    <a:lvl5pPr marL="1828572" algn="l" defTabSz="914285" rtl="0" eaLnBrk="1" latinLnBrk="0" hangingPunct="1">
      <a:defRPr sz="1200" kern="1200">
        <a:solidFill>
          <a:schemeClr val="tx1"/>
        </a:solidFill>
        <a:latin typeface="+mn-lt"/>
        <a:ea typeface="+mn-ea"/>
        <a:cs typeface="+mn-cs"/>
      </a:defRPr>
    </a:lvl5pPr>
    <a:lvl6pPr marL="2285713" algn="l" defTabSz="914285" rtl="0" eaLnBrk="1" latinLnBrk="0" hangingPunct="1">
      <a:defRPr sz="1200" kern="1200">
        <a:solidFill>
          <a:schemeClr val="tx1"/>
        </a:solidFill>
        <a:latin typeface="+mn-lt"/>
        <a:ea typeface="+mn-ea"/>
        <a:cs typeface="+mn-cs"/>
      </a:defRPr>
    </a:lvl6pPr>
    <a:lvl7pPr marL="2742857" algn="l" defTabSz="914285" rtl="0" eaLnBrk="1" latinLnBrk="0" hangingPunct="1">
      <a:defRPr sz="1200" kern="1200">
        <a:solidFill>
          <a:schemeClr val="tx1"/>
        </a:solidFill>
        <a:latin typeface="+mn-lt"/>
        <a:ea typeface="+mn-ea"/>
        <a:cs typeface="+mn-cs"/>
      </a:defRPr>
    </a:lvl7pPr>
    <a:lvl8pPr marL="3200000" algn="l" defTabSz="914285" rtl="0" eaLnBrk="1" latinLnBrk="0" hangingPunct="1">
      <a:defRPr sz="1200" kern="1200">
        <a:solidFill>
          <a:schemeClr val="tx1"/>
        </a:solidFill>
        <a:latin typeface="+mn-lt"/>
        <a:ea typeface="+mn-ea"/>
        <a:cs typeface="+mn-cs"/>
      </a:defRPr>
    </a:lvl8pPr>
    <a:lvl9pPr marL="3657144" algn="l" defTabSz="91428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A1A669-F7F6-4C90-8D2A-C889007CBFD6}" type="slidenum">
              <a:rPr lang="en-US" smtClean="0"/>
              <a:t>1</a:t>
            </a:fld>
            <a:endParaRPr lang="en-US"/>
          </a:p>
        </p:txBody>
      </p:sp>
    </p:spTree>
    <p:extLst>
      <p:ext uri="{BB962C8B-B14F-4D97-AF65-F5344CB8AC3E}">
        <p14:creationId xmlns:p14="http://schemas.microsoft.com/office/powerpoint/2010/main" val="634585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1"/>
          <p:cNvSpPr>
            <a:spLocks noGrp="1"/>
          </p:cNvSpPr>
          <p:nvPr>
            <p:ph type="body" sz="quarter" idx="10" hasCustomPrompt="1"/>
          </p:nvPr>
        </p:nvSpPr>
        <p:spPr>
          <a:xfrm>
            <a:off x="5504685" y="3316095"/>
            <a:ext cx="5765735" cy="1250880"/>
          </a:xfrm>
          <a:prstGeom prst="rect">
            <a:avLst/>
          </a:prstGeom>
        </p:spPr>
        <p:txBody>
          <a:bodyPr lIns="91428" tIns="45715" rIns="91428" bIns="45715"/>
          <a:lstStyle>
            <a:lvl1pPr marL="0" indent="0">
              <a:buNone/>
              <a:defRPr sz="4800" b="1">
                <a:solidFill>
                  <a:srgbClr val="053C6D"/>
                </a:solidFill>
                <a:latin typeface="Zurich BT" panose="020B0603020202030204" pitchFamily="34" charset="0"/>
              </a:defRPr>
            </a:lvl1pPr>
          </a:lstStyle>
          <a:p>
            <a:r>
              <a:rPr lang="en-US" dirty="0"/>
              <a:t>Text</a:t>
            </a:r>
          </a:p>
        </p:txBody>
      </p:sp>
      <p:sp>
        <p:nvSpPr>
          <p:cNvPr id="11" name="Text Placeholder 2"/>
          <p:cNvSpPr>
            <a:spLocks noGrp="1"/>
          </p:cNvSpPr>
          <p:nvPr>
            <p:ph type="body" sz="quarter" idx="11" hasCustomPrompt="1"/>
          </p:nvPr>
        </p:nvSpPr>
        <p:spPr>
          <a:xfrm>
            <a:off x="5498893" y="4979405"/>
            <a:ext cx="5218693" cy="757767"/>
          </a:xfrm>
          <a:prstGeom prst="rect">
            <a:avLst/>
          </a:prstGeom>
        </p:spPr>
        <p:txBody>
          <a:bodyPr lIns="91428" tIns="45715" rIns="91428" bIns="45715"/>
          <a:lstStyle>
            <a:lvl1pPr marL="0" indent="0">
              <a:buNone/>
              <a:defRPr sz="2399" b="1">
                <a:solidFill>
                  <a:srgbClr val="97291E"/>
                </a:solidFill>
                <a:latin typeface="Zurich BT" panose="020B0603020202030204" pitchFamily="34" charset="0"/>
              </a:defRPr>
            </a:lvl1pPr>
          </a:lstStyle>
          <a:p>
            <a:r>
              <a:rPr lang="en-US" dirty="0"/>
              <a:t>Text</a:t>
            </a:r>
          </a:p>
        </p:txBody>
      </p:sp>
      <p:sp>
        <p:nvSpPr>
          <p:cNvPr id="12" name="Text Placeholder 3"/>
          <p:cNvSpPr>
            <a:spLocks noGrp="1"/>
          </p:cNvSpPr>
          <p:nvPr>
            <p:ph type="body" sz="quarter" idx="12" hasCustomPrompt="1"/>
          </p:nvPr>
        </p:nvSpPr>
        <p:spPr>
          <a:xfrm>
            <a:off x="5489851" y="5969006"/>
            <a:ext cx="2821388" cy="368021"/>
          </a:xfrm>
          <a:prstGeom prst="rect">
            <a:avLst/>
          </a:prstGeom>
        </p:spPr>
        <p:txBody>
          <a:bodyPr lIns="91428" tIns="45715" rIns="91428" bIns="45715"/>
          <a:lstStyle>
            <a:lvl1pPr marL="0" indent="0">
              <a:buNone/>
              <a:defRPr sz="2000">
                <a:solidFill>
                  <a:srgbClr val="053C6D"/>
                </a:solidFill>
                <a:latin typeface="Zurich BT" panose="020B0603020202030204"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0" name="Text Placeholder 1"/>
          <p:cNvSpPr>
            <a:spLocks noGrp="1"/>
          </p:cNvSpPr>
          <p:nvPr>
            <p:ph type="body" sz="quarter" idx="10" hasCustomPrompt="1"/>
          </p:nvPr>
        </p:nvSpPr>
        <p:spPr>
          <a:xfrm>
            <a:off x="5504685" y="3316095"/>
            <a:ext cx="5765735" cy="1250880"/>
          </a:xfrm>
          <a:prstGeom prst="rect">
            <a:avLst/>
          </a:prstGeom>
        </p:spPr>
        <p:txBody>
          <a:bodyPr lIns="91428" tIns="45715" rIns="91428" bIns="45715"/>
          <a:lstStyle>
            <a:lvl1pPr marL="0" indent="0">
              <a:buNone/>
              <a:defRPr sz="4800" b="1">
                <a:solidFill>
                  <a:srgbClr val="053C6D"/>
                </a:solidFill>
                <a:latin typeface="Zurich BT" panose="020B0603020202030204" pitchFamily="34" charset="0"/>
              </a:defRPr>
            </a:lvl1pPr>
          </a:lstStyle>
          <a:p>
            <a:r>
              <a:rPr lang="en-US" dirty="0"/>
              <a:t>Text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ull Text Slide">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rgbClr val="97281D"/>
                </a:solidFill>
                <a:latin typeface="Zurich BT" panose="020B0603020202030204" pitchFamily="34" charset="0"/>
              </a:defRPr>
            </a:lvl1pPr>
          </a:lstStyle>
          <a:p>
            <a:pPr lvl="0"/>
            <a:r>
              <a:rPr lang="en-US" dirty="0"/>
              <a:t>Heading</a:t>
            </a:r>
          </a:p>
        </p:txBody>
      </p:sp>
      <p:sp>
        <p:nvSpPr>
          <p:cNvPr id="11"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3" name="Text Placeholder 2"/>
          <p:cNvSpPr>
            <a:spLocks noGrp="1"/>
          </p:cNvSpPr>
          <p:nvPr>
            <p:ph type="body" sz="quarter" idx="16" hasCustomPrompt="1"/>
          </p:nvPr>
        </p:nvSpPr>
        <p:spPr>
          <a:xfrm>
            <a:off x="201213" y="1219201"/>
            <a:ext cx="11683607" cy="609600"/>
          </a:xfrm>
          <a:prstGeom prst="rect">
            <a:avLst/>
          </a:prstGeom>
        </p:spPr>
        <p:txBody>
          <a:bodyPr lIns="91428" tIns="45715" rIns="91428" bIns="45715"/>
          <a:lstStyle>
            <a:lvl1pPr marL="0" indent="0">
              <a:buNone/>
              <a:defRPr sz="2399" b="1">
                <a:solidFill>
                  <a:srgbClr val="1F497D"/>
                </a:solidFill>
                <a:latin typeface="Zurich BT" panose="020B0603020202030204" pitchFamily="34" charset="0"/>
              </a:defRPr>
            </a:lvl1pPr>
          </a:lstStyle>
          <a:p>
            <a:pPr lvl="0"/>
            <a:r>
              <a:rPr lang="en-US" dirty="0"/>
              <a:t>Sub Text</a:t>
            </a:r>
          </a:p>
        </p:txBody>
      </p:sp>
      <p:sp>
        <p:nvSpPr>
          <p:cNvPr id="14" name="Text Placeholder 17"/>
          <p:cNvSpPr>
            <a:spLocks noGrp="1"/>
          </p:cNvSpPr>
          <p:nvPr>
            <p:ph type="body" sz="quarter" idx="17" hasCustomPrompt="1"/>
          </p:nvPr>
        </p:nvSpPr>
        <p:spPr>
          <a:xfrm>
            <a:off x="201215" y="1828800"/>
            <a:ext cx="11684400" cy="3962400"/>
          </a:xfrm>
          <a:prstGeom prst="rect">
            <a:avLst/>
          </a:prstGeom>
        </p:spPr>
        <p:txBody>
          <a:bodyPr lIns="91428" tIns="45715" rIns="91428" bIns="45715"/>
          <a:lstStyle>
            <a:lvl1pPr>
              <a:buFont typeface="Arial" pitchFamily="34" charset="0"/>
              <a:buChar char="•"/>
              <a:defRPr sz="2399">
                <a:solidFill>
                  <a:schemeClr val="accent3"/>
                </a:solidFill>
                <a:latin typeface="Zurich BT" pitchFamily="34" charset="0"/>
              </a:defRPr>
            </a:lvl1pPr>
            <a:lvl2pPr marL="687315" indent="-342862">
              <a:buFont typeface="Arial" pitchFamily="34" charset="0"/>
              <a:buChar char="•"/>
              <a:tabLst>
                <a:tab pos="687315" algn="l"/>
              </a:tabLst>
              <a:defRPr sz="2199">
                <a:solidFill>
                  <a:schemeClr val="accent3"/>
                </a:solidFill>
                <a:latin typeface="Zurich BT" pitchFamily="34" charset="0"/>
              </a:defRPr>
            </a:lvl2pPr>
            <a:lvl3pPr>
              <a:defRPr sz="2399">
                <a:solidFill>
                  <a:srgbClr val="053C6C"/>
                </a:solidFill>
                <a:latin typeface="Zurich BT" pitchFamily="34" charset="0"/>
              </a:defRPr>
            </a:lvl3pPr>
            <a:lvl4pPr>
              <a:defRPr sz="2399">
                <a:solidFill>
                  <a:srgbClr val="053C6C"/>
                </a:solidFill>
                <a:latin typeface="Zurich BT" pitchFamily="34" charset="0"/>
              </a:defRPr>
            </a:lvl4pPr>
            <a:lvl5pPr>
              <a:defRPr sz="2399">
                <a:solidFill>
                  <a:srgbClr val="053C6C"/>
                </a:solidFill>
                <a:latin typeface="Zurich BT" pitchFamily="34" charset="0"/>
              </a:defRPr>
            </a:lvl5pPr>
          </a:lstStyle>
          <a:p>
            <a:pPr lvl="0"/>
            <a:r>
              <a:rPr lang="en-US" dirty="0"/>
              <a:t>Text 1</a:t>
            </a:r>
          </a:p>
          <a:p>
            <a:pPr lvl="0"/>
            <a:r>
              <a:rPr lang="en-US" dirty="0"/>
              <a:t>Text 2</a:t>
            </a:r>
          </a:p>
          <a:p>
            <a:pPr lvl="1"/>
            <a:r>
              <a:rPr lang="en-US" dirty="0"/>
              <a:t>Second level 1</a:t>
            </a:r>
          </a:p>
          <a:p>
            <a:pPr lvl="1"/>
            <a:r>
              <a:rPr lang="en-US" dirty="0"/>
              <a:t>Second level 2</a:t>
            </a:r>
          </a:p>
        </p:txBody>
      </p:sp>
      <p:sp>
        <p:nvSpPr>
          <p:cNvPr id="9"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extLst>
      <p:ext uri="{BB962C8B-B14F-4D97-AF65-F5344CB8AC3E}">
        <p14:creationId xmlns:p14="http://schemas.microsoft.com/office/powerpoint/2010/main" val="624760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sldNum" idx="10"/>
          </p:nvPr>
        </p:nvSpPr>
        <p:spPr>
          <a:ln/>
        </p:spPr>
        <p:txBody>
          <a:bodyPr/>
          <a:lstStyle>
            <a:lvl1pPr>
              <a:defRPr/>
            </a:lvl1pPr>
          </a:lstStyle>
          <a:p>
            <a:pPr>
              <a:defRPr/>
            </a:pPr>
            <a:fld id="{5FD425D6-7808-46B1-8423-12146A840B00}" type="slidenum">
              <a:rPr lang="en-US"/>
              <a:pPr>
                <a:defRPr/>
              </a:pPr>
              <a:t>‹#›</a:t>
            </a:fld>
            <a:endParaRPr lang="en-US"/>
          </a:p>
        </p:txBody>
      </p:sp>
    </p:spTree>
    <p:extLst>
      <p:ext uri="{BB962C8B-B14F-4D97-AF65-F5344CB8AC3E}">
        <p14:creationId xmlns:p14="http://schemas.microsoft.com/office/powerpoint/2010/main" val="1054763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7982" y="365128"/>
            <a:ext cx="10512862"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7982" y="1825625"/>
            <a:ext cx="1051286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7982" y="6356353"/>
            <a:ext cx="2742486" cy="365125"/>
          </a:xfrm>
          <a:prstGeom prst="rect">
            <a:avLst/>
          </a:prstGeom>
        </p:spPr>
        <p:txBody>
          <a:bodyPr/>
          <a:lstStyle/>
          <a:p>
            <a:fld id="{EDE7EDFF-894E-425E-8093-5CD13FFDB71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25C7DD-82DF-4FFA-B471-D4C21219369C}" type="slidenum">
              <a:rPr lang="en-US" smtClean="0"/>
              <a:t>‹#›</a:t>
            </a:fld>
            <a:endParaRPr lang="en-US"/>
          </a:p>
        </p:txBody>
      </p:sp>
    </p:spTree>
    <p:extLst>
      <p:ext uri="{BB962C8B-B14F-4D97-AF65-F5344CB8AC3E}">
        <p14:creationId xmlns:p14="http://schemas.microsoft.com/office/powerpoint/2010/main" val="4143151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4" y="1122363"/>
            <a:ext cx="9141619" cy="2387600"/>
          </a:xfrm>
          <a:prstGeom prst="rect">
            <a:avLst/>
          </a:prstGeom>
        </p:spPr>
        <p:txBody>
          <a:bodyPr anchor="b"/>
          <a:lstStyle>
            <a:lvl1pPr algn="ctr">
              <a:defRPr sz="5996"/>
            </a:lvl1pPr>
          </a:lstStyle>
          <a:p>
            <a:r>
              <a:rPr lang="en-US"/>
              <a:t>Click to edit Master title style</a:t>
            </a:r>
          </a:p>
        </p:txBody>
      </p:sp>
      <p:sp>
        <p:nvSpPr>
          <p:cNvPr id="3" name="Subtitle 2"/>
          <p:cNvSpPr>
            <a:spLocks noGrp="1"/>
          </p:cNvSpPr>
          <p:nvPr>
            <p:ph type="subTitle" idx="1"/>
          </p:nvPr>
        </p:nvSpPr>
        <p:spPr>
          <a:xfrm>
            <a:off x="1523604" y="3602038"/>
            <a:ext cx="9141619" cy="1655762"/>
          </a:xfrm>
          <a:prstGeom prst="rect">
            <a:avLst/>
          </a:prstGeom>
        </p:spPr>
        <p:txBody>
          <a:bodyPr/>
          <a:lstStyle>
            <a:lvl1pPr marL="0" indent="0" algn="ctr">
              <a:buNone/>
              <a:defRPr sz="2398"/>
            </a:lvl1pPr>
            <a:lvl2pPr marL="456926" indent="0" algn="ctr">
              <a:buNone/>
              <a:defRPr sz="1998"/>
            </a:lvl2pPr>
            <a:lvl3pPr marL="913852" indent="0" algn="ctr">
              <a:buNone/>
              <a:defRPr sz="1798"/>
            </a:lvl3pPr>
            <a:lvl4pPr marL="1370778" indent="0" algn="ctr">
              <a:buNone/>
              <a:defRPr sz="1600"/>
            </a:lvl4pPr>
            <a:lvl5pPr marL="1827703" indent="0" algn="ctr">
              <a:buNone/>
              <a:defRPr sz="1600"/>
            </a:lvl5pPr>
            <a:lvl6pPr marL="2284628" indent="0" algn="ctr">
              <a:buNone/>
              <a:defRPr sz="1600"/>
            </a:lvl6pPr>
            <a:lvl7pPr marL="2741554" indent="0" algn="ctr">
              <a:buNone/>
              <a:defRPr sz="1600"/>
            </a:lvl7pPr>
            <a:lvl8pPr marL="3198480" indent="0" algn="ctr">
              <a:buNone/>
              <a:defRPr sz="1600"/>
            </a:lvl8pPr>
            <a:lvl9pPr marL="3655406"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7982" y="6356353"/>
            <a:ext cx="2742486" cy="365125"/>
          </a:xfrm>
          <a:prstGeom prst="rect">
            <a:avLst/>
          </a:prstGeom>
        </p:spPr>
        <p:txBody>
          <a:bodyPr/>
          <a:lstStyle/>
          <a:p>
            <a:fld id="{EDE7EDFF-894E-425E-8093-5CD13FFDB71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25C7DD-82DF-4FFA-B471-D4C21219369C}" type="slidenum">
              <a:rPr lang="en-US" smtClean="0"/>
              <a:t>‹#›</a:t>
            </a:fld>
            <a:endParaRPr lang="en-US"/>
          </a:p>
        </p:txBody>
      </p:sp>
    </p:spTree>
    <p:extLst>
      <p:ext uri="{BB962C8B-B14F-4D97-AF65-F5344CB8AC3E}">
        <p14:creationId xmlns:p14="http://schemas.microsoft.com/office/powerpoint/2010/main" val="241073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_1">
    <p:bg>
      <p:bgPr>
        <a:solidFill>
          <a:schemeClr val="accent1"/>
        </a:solidFill>
        <a:effectLst/>
      </p:bgPr>
    </p:bg>
    <p:spTree>
      <p:nvGrpSpPr>
        <p:cNvPr id="1" name=""/>
        <p:cNvGrpSpPr/>
        <p:nvPr/>
      </p:nvGrpSpPr>
      <p:grpSpPr>
        <a:xfrm>
          <a:off x="0" y="0"/>
          <a:ext cx="0" cy="0"/>
          <a:chOff x="0" y="0"/>
          <a:chExt cx="0" cy="0"/>
        </a:xfrm>
      </p:grpSpPr>
      <p:sp>
        <p:nvSpPr>
          <p:cNvPr id="4" name="Picture Placeholder 6"/>
          <p:cNvSpPr>
            <a:spLocks noGrp="1"/>
          </p:cNvSpPr>
          <p:nvPr>
            <p:ph type="pic" sz="quarter" idx="14" hasCustomPrompt="1"/>
          </p:nvPr>
        </p:nvSpPr>
        <p:spPr>
          <a:xfrm>
            <a:off x="6018212" y="2775395"/>
            <a:ext cx="5945505" cy="4118401"/>
          </a:xfrm>
          <a:custGeom>
            <a:avLst/>
            <a:gdLst>
              <a:gd name="connsiteX0" fmla="*/ 0 w 6039531"/>
              <a:gd name="connsiteY0" fmla="*/ 0 h 4543425"/>
              <a:gd name="connsiteX1" fmla="*/ 6039531 w 6039531"/>
              <a:gd name="connsiteY1" fmla="*/ 0 h 4543425"/>
              <a:gd name="connsiteX2" fmla="*/ 6039531 w 6039531"/>
              <a:gd name="connsiteY2" fmla="*/ 4543425 h 4543425"/>
              <a:gd name="connsiteX3" fmla="*/ 0 w 6039531"/>
              <a:gd name="connsiteY3" fmla="*/ 4543425 h 4543425"/>
              <a:gd name="connsiteX4" fmla="*/ 0 w 6039531"/>
              <a:gd name="connsiteY4" fmla="*/ 0 h 4543425"/>
              <a:gd name="connsiteX0" fmla="*/ 1838325 w 6039531"/>
              <a:gd name="connsiteY0" fmla="*/ 1733550 h 4543425"/>
              <a:gd name="connsiteX1" fmla="*/ 6039531 w 6039531"/>
              <a:gd name="connsiteY1" fmla="*/ 0 h 4543425"/>
              <a:gd name="connsiteX2" fmla="*/ 6039531 w 6039531"/>
              <a:gd name="connsiteY2" fmla="*/ 4543425 h 4543425"/>
              <a:gd name="connsiteX3" fmla="*/ 0 w 6039531"/>
              <a:gd name="connsiteY3" fmla="*/ 4543425 h 4543425"/>
              <a:gd name="connsiteX4" fmla="*/ 1838325 w 6039531"/>
              <a:gd name="connsiteY4" fmla="*/ 1733550 h 4543425"/>
              <a:gd name="connsiteX0" fmla="*/ 1838325 w 6039531"/>
              <a:gd name="connsiteY0" fmla="*/ 1171575 h 3981450"/>
              <a:gd name="connsiteX1" fmla="*/ 5010831 w 6039531"/>
              <a:gd name="connsiteY1" fmla="*/ 0 h 3981450"/>
              <a:gd name="connsiteX2" fmla="*/ 6039531 w 6039531"/>
              <a:gd name="connsiteY2" fmla="*/ 3981450 h 3981450"/>
              <a:gd name="connsiteX3" fmla="*/ 0 w 6039531"/>
              <a:gd name="connsiteY3" fmla="*/ 3981450 h 3981450"/>
              <a:gd name="connsiteX4" fmla="*/ 1838325 w 6039531"/>
              <a:gd name="connsiteY4" fmla="*/ 1171575 h 3981450"/>
              <a:gd name="connsiteX0" fmla="*/ 1838325 w 6039531"/>
              <a:gd name="connsiteY0" fmla="*/ 1171575 h 3981450"/>
              <a:gd name="connsiteX1" fmla="*/ 5010831 w 6039531"/>
              <a:gd name="connsiteY1" fmla="*/ 0 h 3981450"/>
              <a:gd name="connsiteX2" fmla="*/ 6039531 w 6039531"/>
              <a:gd name="connsiteY2" fmla="*/ 3981450 h 3981450"/>
              <a:gd name="connsiteX3" fmla="*/ 0 w 6039531"/>
              <a:gd name="connsiteY3" fmla="*/ 3981450 h 3981450"/>
              <a:gd name="connsiteX4" fmla="*/ 1838325 w 6039531"/>
              <a:gd name="connsiteY4" fmla="*/ 1171575 h 3981450"/>
              <a:gd name="connsiteX0" fmla="*/ 1838325 w 5901188"/>
              <a:gd name="connsiteY0" fmla="*/ 1171575 h 3981450"/>
              <a:gd name="connsiteX1" fmla="*/ 5010831 w 5901188"/>
              <a:gd name="connsiteY1" fmla="*/ 0 h 3981450"/>
              <a:gd name="connsiteX2" fmla="*/ 5715681 w 5901188"/>
              <a:gd name="connsiteY2" fmla="*/ 3981450 h 3981450"/>
              <a:gd name="connsiteX3" fmla="*/ 0 w 5901188"/>
              <a:gd name="connsiteY3" fmla="*/ 3981450 h 3981450"/>
              <a:gd name="connsiteX4" fmla="*/ 1838325 w 5901188"/>
              <a:gd name="connsiteY4" fmla="*/ 1171575 h 3981450"/>
              <a:gd name="connsiteX0" fmla="*/ 1838325 w 6024106"/>
              <a:gd name="connsiteY0" fmla="*/ 1171575 h 3981450"/>
              <a:gd name="connsiteX1" fmla="*/ 5010831 w 6024106"/>
              <a:gd name="connsiteY1" fmla="*/ 0 h 3981450"/>
              <a:gd name="connsiteX2" fmla="*/ 5715681 w 6024106"/>
              <a:gd name="connsiteY2" fmla="*/ 3981450 h 3981450"/>
              <a:gd name="connsiteX3" fmla="*/ 0 w 6024106"/>
              <a:gd name="connsiteY3" fmla="*/ 3981450 h 3981450"/>
              <a:gd name="connsiteX4" fmla="*/ 1838325 w 6024106"/>
              <a:gd name="connsiteY4" fmla="*/ 1171575 h 3981450"/>
              <a:gd name="connsiteX0" fmla="*/ 1838325 w 5999156"/>
              <a:gd name="connsiteY0" fmla="*/ 1171575 h 3981450"/>
              <a:gd name="connsiteX1" fmla="*/ 5010831 w 5999156"/>
              <a:gd name="connsiteY1" fmla="*/ 0 h 3981450"/>
              <a:gd name="connsiteX2" fmla="*/ 5658531 w 5999156"/>
              <a:gd name="connsiteY2" fmla="*/ 3971925 h 3981450"/>
              <a:gd name="connsiteX3" fmla="*/ 0 w 5999156"/>
              <a:gd name="connsiteY3" fmla="*/ 3981450 h 3981450"/>
              <a:gd name="connsiteX4" fmla="*/ 1838325 w 5999156"/>
              <a:gd name="connsiteY4" fmla="*/ 1171575 h 3981450"/>
              <a:gd name="connsiteX0" fmla="*/ 1838325 w 5995110"/>
              <a:gd name="connsiteY0" fmla="*/ 1171575 h 3981450"/>
              <a:gd name="connsiteX1" fmla="*/ 5010831 w 5995110"/>
              <a:gd name="connsiteY1" fmla="*/ 0 h 3981450"/>
              <a:gd name="connsiteX2" fmla="*/ 5649006 w 5995110"/>
              <a:gd name="connsiteY2" fmla="*/ 3971925 h 3981450"/>
              <a:gd name="connsiteX3" fmla="*/ 0 w 5995110"/>
              <a:gd name="connsiteY3" fmla="*/ 3981450 h 3981450"/>
              <a:gd name="connsiteX4" fmla="*/ 1838325 w 5995110"/>
              <a:gd name="connsiteY4" fmla="*/ 1171575 h 3981450"/>
              <a:gd name="connsiteX0" fmla="*/ 1838325 w 6067416"/>
              <a:gd name="connsiteY0" fmla="*/ 1171575 h 3981450"/>
              <a:gd name="connsiteX1" fmla="*/ 5010831 w 6067416"/>
              <a:gd name="connsiteY1" fmla="*/ 0 h 3981450"/>
              <a:gd name="connsiteX2" fmla="*/ 5649006 w 6067416"/>
              <a:gd name="connsiteY2" fmla="*/ 3971925 h 3981450"/>
              <a:gd name="connsiteX3" fmla="*/ 0 w 6067416"/>
              <a:gd name="connsiteY3" fmla="*/ 3981450 h 3981450"/>
              <a:gd name="connsiteX4" fmla="*/ 1838325 w 6067416"/>
              <a:gd name="connsiteY4" fmla="*/ 1171575 h 3981450"/>
              <a:gd name="connsiteX0" fmla="*/ 1838325 w 6030455"/>
              <a:gd name="connsiteY0" fmla="*/ 1171575 h 3981450"/>
              <a:gd name="connsiteX1" fmla="*/ 5010831 w 6030455"/>
              <a:gd name="connsiteY1" fmla="*/ 0 h 3981450"/>
              <a:gd name="connsiteX2" fmla="*/ 5649006 w 6030455"/>
              <a:gd name="connsiteY2" fmla="*/ 3971925 h 3981450"/>
              <a:gd name="connsiteX3" fmla="*/ 0 w 6030455"/>
              <a:gd name="connsiteY3" fmla="*/ 3981450 h 3981450"/>
              <a:gd name="connsiteX4" fmla="*/ 1838325 w 6030455"/>
              <a:gd name="connsiteY4" fmla="*/ 1171575 h 3981450"/>
              <a:gd name="connsiteX0" fmla="*/ 1838325 w 6024831"/>
              <a:gd name="connsiteY0" fmla="*/ 1186089 h 3995964"/>
              <a:gd name="connsiteX1" fmla="*/ 4999945 w 6024831"/>
              <a:gd name="connsiteY1" fmla="*/ 0 h 3995964"/>
              <a:gd name="connsiteX2" fmla="*/ 5649006 w 6024831"/>
              <a:gd name="connsiteY2" fmla="*/ 3986439 h 3995964"/>
              <a:gd name="connsiteX3" fmla="*/ 0 w 6024831"/>
              <a:gd name="connsiteY3" fmla="*/ 3995964 h 3995964"/>
              <a:gd name="connsiteX4" fmla="*/ 1838325 w 6024831"/>
              <a:gd name="connsiteY4" fmla="*/ 1186089 h 3995964"/>
              <a:gd name="connsiteX0" fmla="*/ 1838325 w 6024831"/>
              <a:gd name="connsiteY0" fmla="*/ 1186089 h 3995964"/>
              <a:gd name="connsiteX1" fmla="*/ 4999945 w 6024831"/>
              <a:gd name="connsiteY1" fmla="*/ 0 h 3995964"/>
              <a:gd name="connsiteX2" fmla="*/ 5649006 w 6024831"/>
              <a:gd name="connsiteY2" fmla="*/ 3986439 h 3995964"/>
              <a:gd name="connsiteX3" fmla="*/ 0 w 6024831"/>
              <a:gd name="connsiteY3" fmla="*/ 3995964 h 3995964"/>
              <a:gd name="connsiteX4" fmla="*/ 1838325 w 6024831"/>
              <a:gd name="connsiteY4" fmla="*/ 1186089 h 3995964"/>
              <a:gd name="connsiteX0" fmla="*/ 1838325 w 6006909"/>
              <a:gd name="connsiteY0" fmla="*/ 1186089 h 3995964"/>
              <a:gd name="connsiteX1" fmla="*/ 4999945 w 6006909"/>
              <a:gd name="connsiteY1" fmla="*/ 0 h 3995964"/>
              <a:gd name="connsiteX2" fmla="*/ 5649006 w 6006909"/>
              <a:gd name="connsiteY2" fmla="*/ 3986439 h 3995964"/>
              <a:gd name="connsiteX3" fmla="*/ 0 w 6006909"/>
              <a:gd name="connsiteY3" fmla="*/ 3995964 h 3995964"/>
              <a:gd name="connsiteX4" fmla="*/ 1838325 w 6006909"/>
              <a:gd name="connsiteY4" fmla="*/ 1186089 h 3995964"/>
              <a:gd name="connsiteX0" fmla="*/ 1838325 w 6023217"/>
              <a:gd name="connsiteY0" fmla="*/ 1186089 h 3995964"/>
              <a:gd name="connsiteX1" fmla="*/ 4999945 w 6023217"/>
              <a:gd name="connsiteY1" fmla="*/ 0 h 3995964"/>
              <a:gd name="connsiteX2" fmla="*/ 5649006 w 6023217"/>
              <a:gd name="connsiteY2" fmla="*/ 3986439 h 3995964"/>
              <a:gd name="connsiteX3" fmla="*/ 0 w 6023217"/>
              <a:gd name="connsiteY3" fmla="*/ 3995964 h 3995964"/>
              <a:gd name="connsiteX4" fmla="*/ 1838325 w 6023217"/>
              <a:gd name="connsiteY4" fmla="*/ 1186089 h 3995964"/>
              <a:gd name="connsiteX0" fmla="*/ 1838325 w 6024898"/>
              <a:gd name="connsiteY0" fmla="*/ 1186089 h 3995964"/>
              <a:gd name="connsiteX1" fmla="*/ 4999945 w 6024898"/>
              <a:gd name="connsiteY1" fmla="*/ 0 h 3995964"/>
              <a:gd name="connsiteX2" fmla="*/ 5649006 w 6024898"/>
              <a:gd name="connsiteY2" fmla="*/ 3986439 h 3995964"/>
              <a:gd name="connsiteX3" fmla="*/ 0 w 6024898"/>
              <a:gd name="connsiteY3" fmla="*/ 3995964 h 3995964"/>
              <a:gd name="connsiteX4" fmla="*/ 1838325 w 6024898"/>
              <a:gd name="connsiteY4" fmla="*/ 1186089 h 3995964"/>
              <a:gd name="connsiteX0" fmla="*/ 1838325 w 6041818"/>
              <a:gd name="connsiteY0" fmla="*/ 1186089 h 3995964"/>
              <a:gd name="connsiteX1" fmla="*/ 4999945 w 6041818"/>
              <a:gd name="connsiteY1" fmla="*/ 0 h 3995964"/>
              <a:gd name="connsiteX2" fmla="*/ 5649006 w 6041818"/>
              <a:gd name="connsiteY2" fmla="*/ 3986439 h 3995964"/>
              <a:gd name="connsiteX3" fmla="*/ 0 w 6041818"/>
              <a:gd name="connsiteY3" fmla="*/ 3995964 h 3995964"/>
              <a:gd name="connsiteX4" fmla="*/ 1838325 w 6041818"/>
              <a:gd name="connsiteY4" fmla="*/ 1186089 h 3995964"/>
              <a:gd name="connsiteX0" fmla="*/ 1838325 w 6041818"/>
              <a:gd name="connsiteY0" fmla="*/ 1186089 h 3995964"/>
              <a:gd name="connsiteX1" fmla="*/ 3277445 w 6041818"/>
              <a:gd name="connsiteY1" fmla="*/ 295988 h 3995964"/>
              <a:gd name="connsiteX2" fmla="*/ 4999945 w 6041818"/>
              <a:gd name="connsiteY2" fmla="*/ 0 h 3995964"/>
              <a:gd name="connsiteX3" fmla="*/ 5649006 w 6041818"/>
              <a:gd name="connsiteY3" fmla="*/ 3986439 h 3995964"/>
              <a:gd name="connsiteX4" fmla="*/ 0 w 6041818"/>
              <a:gd name="connsiteY4" fmla="*/ 3995964 h 3995964"/>
              <a:gd name="connsiteX5" fmla="*/ 1838325 w 6041818"/>
              <a:gd name="connsiteY5" fmla="*/ 1186089 h 3995964"/>
              <a:gd name="connsiteX0" fmla="*/ 1838325 w 6041818"/>
              <a:gd name="connsiteY0" fmla="*/ 1186089 h 3995964"/>
              <a:gd name="connsiteX1" fmla="*/ 3299747 w 6041818"/>
              <a:gd name="connsiteY1" fmla="*/ 175555 h 3995964"/>
              <a:gd name="connsiteX2" fmla="*/ 4999945 w 6041818"/>
              <a:gd name="connsiteY2" fmla="*/ 0 h 3995964"/>
              <a:gd name="connsiteX3" fmla="*/ 5649006 w 6041818"/>
              <a:gd name="connsiteY3" fmla="*/ 3986439 h 3995964"/>
              <a:gd name="connsiteX4" fmla="*/ 0 w 6041818"/>
              <a:gd name="connsiteY4" fmla="*/ 3995964 h 3995964"/>
              <a:gd name="connsiteX5" fmla="*/ 1838325 w 6041818"/>
              <a:gd name="connsiteY5" fmla="*/ 1186089 h 3995964"/>
              <a:gd name="connsiteX0" fmla="*/ 1838325 w 6041818"/>
              <a:gd name="connsiteY0" fmla="*/ 1246863 h 4056738"/>
              <a:gd name="connsiteX1" fmla="*/ 3299747 w 6041818"/>
              <a:gd name="connsiteY1" fmla="*/ 236329 h 4056738"/>
              <a:gd name="connsiteX2" fmla="*/ 4999945 w 6041818"/>
              <a:gd name="connsiteY2" fmla="*/ 60774 h 4056738"/>
              <a:gd name="connsiteX3" fmla="*/ 5649006 w 6041818"/>
              <a:gd name="connsiteY3" fmla="*/ 4047213 h 4056738"/>
              <a:gd name="connsiteX4" fmla="*/ 0 w 6041818"/>
              <a:gd name="connsiteY4" fmla="*/ 4056738 h 4056738"/>
              <a:gd name="connsiteX5" fmla="*/ 1838325 w 6041818"/>
              <a:gd name="connsiteY5" fmla="*/ 1246863 h 4056738"/>
              <a:gd name="connsiteX0" fmla="*/ 1838325 w 6041818"/>
              <a:gd name="connsiteY0" fmla="*/ 1302400 h 4112275"/>
              <a:gd name="connsiteX1" fmla="*/ 3299747 w 6041818"/>
              <a:gd name="connsiteY1" fmla="*/ 291866 h 4112275"/>
              <a:gd name="connsiteX2" fmla="*/ 4999945 w 6041818"/>
              <a:gd name="connsiteY2" fmla="*/ 116311 h 4112275"/>
              <a:gd name="connsiteX3" fmla="*/ 5649006 w 6041818"/>
              <a:gd name="connsiteY3" fmla="*/ 4102750 h 4112275"/>
              <a:gd name="connsiteX4" fmla="*/ 0 w 6041818"/>
              <a:gd name="connsiteY4" fmla="*/ 4112275 h 4112275"/>
              <a:gd name="connsiteX5" fmla="*/ 1838325 w 6041818"/>
              <a:gd name="connsiteY5" fmla="*/ 1302400 h 4112275"/>
              <a:gd name="connsiteX0" fmla="*/ 1838325 w 6041818"/>
              <a:gd name="connsiteY0" fmla="*/ 1302400 h 4112275"/>
              <a:gd name="connsiteX1" fmla="*/ 3268524 w 6041818"/>
              <a:gd name="connsiteY1" fmla="*/ 291866 h 4112275"/>
              <a:gd name="connsiteX2" fmla="*/ 4999945 w 6041818"/>
              <a:gd name="connsiteY2" fmla="*/ 116311 h 4112275"/>
              <a:gd name="connsiteX3" fmla="*/ 5649006 w 6041818"/>
              <a:gd name="connsiteY3" fmla="*/ 4102750 h 4112275"/>
              <a:gd name="connsiteX4" fmla="*/ 0 w 6041818"/>
              <a:gd name="connsiteY4" fmla="*/ 4112275 h 4112275"/>
              <a:gd name="connsiteX5" fmla="*/ 1838325 w 6041818"/>
              <a:gd name="connsiteY5" fmla="*/ 1302400 h 4112275"/>
              <a:gd name="connsiteX0" fmla="*/ 1838325 w 6041818"/>
              <a:gd name="connsiteY0" fmla="*/ 1287822 h 4097697"/>
              <a:gd name="connsiteX1" fmla="*/ 3268524 w 6041818"/>
              <a:gd name="connsiteY1" fmla="*/ 277288 h 4097697"/>
              <a:gd name="connsiteX2" fmla="*/ 4999945 w 6041818"/>
              <a:gd name="connsiteY2" fmla="*/ 101733 h 4097697"/>
              <a:gd name="connsiteX3" fmla="*/ 5649006 w 6041818"/>
              <a:gd name="connsiteY3" fmla="*/ 4088172 h 4097697"/>
              <a:gd name="connsiteX4" fmla="*/ 0 w 6041818"/>
              <a:gd name="connsiteY4" fmla="*/ 4097697 h 4097697"/>
              <a:gd name="connsiteX5" fmla="*/ 1838325 w 6041818"/>
              <a:gd name="connsiteY5" fmla="*/ 1287822 h 4097697"/>
              <a:gd name="connsiteX0" fmla="*/ 1838325 w 6041818"/>
              <a:gd name="connsiteY0" fmla="*/ 1287822 h 4097697"/>
              <a:gd name="connsiteX1" fmla="*/ 3268524 w 6041818"/>
              <a:gd name="connsiteY1" fmla="*/ 277288 h 4097697"/>
              <a:gd name="connsiteX2" fmla="*/ 4999945 w 6041818"/>
              <a:gd name="connsiteY2" fmla="*/ 101733 h 4097697"/>
              <a:gd name="connsiteX3" fmla="*/ 5649006 w 6041818"/>
              <a:gd name="connsiteY3" fmla="*/ 4088172 h 4097697"/>
              <a:gd name="connsiteX4" fmla="*/ 0 w 6041818"/>
              <a:gd name="connsiteY4" fmla="*/ 4097697 h 4097697"/>
              <a:gd name="connsiteX5" fmla="*/ 1838325 w 6041818"/>
              <a:gd name="connsiteY5" fmla="*/ 1287822 h 4097697"/>
              <a:gd name="connsiteX0" fmla="*/ 1842786 w 6041818"/>
              <a:gd name="connsiteY0" fmla="*/ 1301204 h 4097697"/>
              <a:gd name="connsiteX1" fmla="*/ 3268524 w 6041818"/>
              <a:gd name="connsiteY1" fmla="*/ 277288 h 4097697"/>
              <a:gd name="connsiteX2" fmla="*/ 4999945 w 6041818"/>
              <a:gd name="connsiteY2" fmla="*/ 101733 h 4097697"/>
              <a:gd name="connsiteX3" fmla="*/ 5649006 w 6041818"/>
              <a:gd name="connsiteY3" fmla="*/ 4088172 h 4097697"/>
              <a:gd name="connsiteX4" fmla="*/ 0 w 6041818"/>
              <a:gd name="connsiteY4" fmla="*/ 4097697 h 4097697"/>
              <a:gd name="connsiteX5" fmla="*/ 1842786 w 6041818"/>
              <a:gd name="connsiteY5" fmla="*/ 1301204 h 4097697"/>
              <a:gd name="connsiteX0" fmla="*/ 1842786 w 6041818"/>
              <a:gd name="connsiteY0" fmla="*/ 1301204 h 4097697"/>
              <a:gd name="connsiteX1" fmla="*/ 3268524 w 6041818"/>
              <a:gd name="connsiteY1" fmla="*/ 277288 h 4097697"/>
              <a:gd name="connsiteX2" fmla="*/ 4999945 w 6041818"/>
              <a:gd name="connsiteY2" fmla="*/ 101733 h 4097697"/>
              <a:gd name="connsiteX3" fmla="*/ 5649006 w 6041818"/>
              <a:gd name="connsiteY3" fmla="*/ 4088172 h 4097697"/>
              <a:gd name="connsiteX4" fmla="*/ 0 w 6041818"/>
              <a:gd name="connsiteY4" fmla="*/ 4097697 h 4097697"/>
              <a:gd name="connsiteX5" fmla="*/ 1842786 w 6041818"/>
              <a:gd name="connsiteY5" fmla="*/ 1301204 h 4097697"/>
              <a:gd name="connsiteX0" fmla="*/ 1842786 w 6041818"/>
              <a:gd name="connsiteY0" fmla="*/ 1308271 h 4104764"/>
              <a:gd name="connsiteX1" fmla="*/ 3268524 w 6041818"/>
              <a:gd name="connsiteY1" fmla="*/ 284355 h 4104764"/>
              <a:gd name="connsiteX2" fmla="*/ 4999945 w 6041818"/>
              <a:gd name="connsiteY2" fmla="*/ 108800 h 4104764"/>
              <a:gd name="connsiteX3" fmla="*/ 5649006 w 6041818"/>
              <a:gd name="connsiteY3" fmla="*/ 4095239 h 4104764"/>
              <a:gd name="connsiteX4" fmla="*/ 0 w 6041818"/>
              <a:gd name="connsiteY4" fmla="*/ 4104764 h 4104764"/>
              <a:gd name="connsiteX5" fmla="*/ 1842786 w 6041818"/>
              <a:gd name="connsiteY5" fmla="*/ 1308271 h 4104764"/>
              <a:gd name="connsiteX0" fmla="*/ 1749116 w 5948148"/>
              <a:gd name="connsiteY0" fmla="*/ 1308271 h 4109225"/>
              <a:gd name="connsiteX1" fmla="*/ 3174854 w 5948148"/>
              <a:gd name="connsiteY1" fmla="*/ 284355 h 4109225"/>
              <a:gd name="connsiteX2" fmla="*/ 4906275 w 5948148"/>
              <a:gd name="connsiteY2" fmla="*/ 108800 h 4109225"/>
              <a:gd name="connsiteX3" fmla="*/ 5555336 w 5948148"/>
              <a:gd name="connsiteY3" fmla="*/ 4095239 h 4109225"/>
              <a:gd name="connsiteX4" fmla="*/ 0 w 5948148"/>
              <a:gd name="connsiteY4" fmla="*/ 4109225 h 4109225"/>
              <a:gd name="connsiteX5" fmla="*/ 1749116 w 5948148"/>
              <a:gd name="connsiteY5" fmla="*/ 1308271 h 4109225"/>
              <a:gd name="connsiteX0" fmla="*/ 1749116 w 5948148"/>
              <a:gd name="connsiteY0" fmla="*/ 1308271 h 4109225"/>
              <a:gd name="connsiteX1" fmla="*/ 3174854 w 5948148"/>
              <a:gd name="connsiteY1" fmla="*/ 284355 h 4109225"/>
              <a:gd name="connsiteX2" fmla="*/ 4906275 w 5948148"/>
              <a:gd name="connsiteY2" fmla="*/ 108800 h 4109225"/>
              <a:gd name="connsiteX3" fmla="*/ 5555336 w 5948148"/>
              <a:gd name="connsiteY3" fmla="*/ 4095239 h 4109225"/>
              <a:gd name="connsiteX4" fmla="*/ 0 w 5948148"/>
              <a:gd name="connsiteY4" fmla="*/ 4109225 h 4109225"/>
              <a:gd name="connsiteX5" fmla="*/ 1749116 w 5948148"/>
              <a:gd name="connsiteY5" fmla="*/ 1308271 h 4109225"/>
              <a:gd name="connsiteX0" fmla="*/ 1749116 w 5948148"/>
              <a:gd name="connsiteY0" fmla="*/ 1308271 h 4109225"/>
              <a:gd name="connsiteX1" fmla="*/ 3174854 w 5948148"/>
              <a:gd name="connsiteY1" fmla="*/ 284355 h 4109225"/>
              <a:gd name="connsiteX2" fmla="*/ 4906275 w 5948148"/>
              <a:gd name="connsiteY2" fmla="*/ 108800 h 4109225"/>
              <a:gd name="connsiteX3" fmla="*/ 5555336 w 5948148"/>
              <a:gd name="connsiteY3" fmla="*/ 4095239 h 4109225"/>
              <a:gd name="connsiteX4" fmla="*/ 0 w 5948148"/>
              <a:gd name="connsiteY4" fmla="*/ 4109225 h 4109225"/>
              <a:gd name="connsiteX5" fmla="*/ 1749116 w 5948148"/>
              <a:gd name="connsiteY5" fmla="*/ 1308271 h 4109225"/>
              <a:gd name="connsiteX0" fmla="*/ 1749116 w 5948148"/>
              <a:gd name="connsiteY0" fmla="*/ 1308271 h 4109225"/>
              <a:gd name="connsiteX1" fmla="*/ 3174854 w 5948148"/>
              <a:gd name="connsiteY1" fmla="*/ 284355 h 4109225"/>
              <a:gd name="connsiteX2" fmla="*/ 4906275 w 5948148"/>
              <a:gd name="connsiteY2" fmla="*/ 108800 h 4109225"/>
              <a:gd name="connsiteX3" fmla="*/ 5555336 w 5948148"/>
              <a:gd name="connsiteY3" fmla="*/ 4095239 h 4109225"/>
              <a:gd name="connsiteX4" fmla="*/ 0 w 5948148"/>
              <a:gd name="connsiteY4" fmla="*/ 4109225 h 4109225"/>
              <a:gd name="connsiteX5" fmla="*/ 1749116 w 5948148"/>
              <a:gd name="connsiteY5" fmla="*/ 1308271 h 4109225"/>
              <a:gd name="connsiteX0" fmla="*/ 1749116 w 5950256"/>
              <a:gd name="connsiteY0" fmla="*/ 1308271 h 4111641"/>
              <a:gd name="connsiteX1" fmla="*/ 3174854 w 5950256"/>
              <a:gd name="connsiteY1" fmla="*/ 284355 h 4111641"/>
              <a:gd name="connsiteX2" fmla="*/ 4906275 w 5950256"/>
              <a:gd name="connsiteY2" fmla="*/ 108800 h 4111641"/>
              <a:gd name="connsiteX3" fmla="*/ 5559436 w 5950256"/>
              <a:gd name="connsiteY3" fmla="*/ 4111641 h 4111641"/>
              <a:gd name="connsiteX4" fmla="*/ 0 w 5950256"/>
              <a:gd name="connsiteY4" fmla="*/ 4109225 h 4111641"/>
              <a:gd name="connsiteX5" fmla="*/ 1749116 w 5950256"/>
              <a:gd name="connsiteY5" fmla="*/ 1308271 h 4111641"/>
              <a:gd name="connsiteX0" fmla="*/ 1757317 w 5958457"/>
              <a:gd name="connsiteY0" fmla="*/ 1308271 h 4113325"/>
              <a:gd name="connsiteX1" fmla="*/ 3183055 w 5958457"/>
              <a:gd name="connsiteY1" fmla="*/ 284355 h 4113325"/>
              <a:gd name="connsiteX2" fmla="*/ 4914476 w 5958457"/>
              <a:gd name="connsiteY2" fmla="*/ 108800 h 4113325"/>
              <a:gd name="connsiteX3" fmla="*/ 5567637 w 5958457"/>
              <a:gd name="connsiteY3" fmla="*/ 4111641 h 4113325"/>
              <a:gd name="connsiteX4" fmla="*/ 0 w 5958457"/>
              <a:gd name="connsiteY4" fmla="*/ 4113325 h 4113325"/>
              <a:gd name="connsiteX5" fmla="*/ 1757317 w 5958457"/>
              <a:gd name="connsiteY5" fmla="*/ 1308271 h 4113325"/>
              <a:gd name="connsiteX0" fmla="*/ 1757317 w 5974207"/>
              <a:gd name="connsiteY0" fmla="*/ 1308271 h 4113325"/>
              <a:gd name="connsiteX1" fmla="*/ 3183055 w 5974207"/>
              <a:gd name="connsiteY1" fmla="*/ 284355 h 4113325"/>
              <a:gd name="connsiteX2" fmla="*/ 4914476 w 5974207"/>
              <a:gd name="connsiteY2" fmla="*/ 108800 h 4113325"/>
              <a:gd name="connsiteX3" fmla="*/ 5567637 w 5974207"/>
              <a:gd name="connsiteY3" fmla="*/ 4111641 h 4113325"/>
              <a:gd name="connsiteX4" fmla="*/ 0 w 5974207"/>
              <a:gd name="connsiteY4" fmla="*/ 4113325 h 4113325"/>
              <a:gd name="connsiteX5" fmla="*/ 1757317 w 5974207"/>
              <a:gd name="connsiteY5" fmla="*/ 1308271 h 4113325"/>
              <a:gd name="connsiteX0" fmla="*/ 1757317 w 5974207"/>
              <a:gd name="connsiteY0" fmla="*/ 1308271 h 4113325"/>
              <a:gd name="connsiteX1" fmla="*/ 3183055 w 5974207"/>
              <a:gd name="connsiteY1" fmla="*/ 284355 h 4113325"/>
              <a:gd name="connsiteX2" fmla="*/ 4914476 w 5974207"/>
              <a:gd name="connsiteY2" fmla="*/ 108800 h 4113325"/>
              <a:gd name="connsiteX3" fmla="*/ 5567637 w 5974207"/>
              <a:gd name="connsiteY3" fmla="*/ 4111641 h 4113325"/>
              <a:gd name="connsiteX4" fmla="*/ 0 w 5974207"/>
              <a:gd name="connsiteY4" fmla="*/ 4113325 h 4113325"/>
              <a:gd name="connsiteX5" fmla="*/ 1757317 w 5974207"/>
              <a:gd name="connsiteY5" fmla="*/ 1308271 h 4113325"/>
              <a:gd name="connsiteX0" fmla="*/ 1761417 w 5974207"/>
              <a:gd name="connsiteY0" fmla="*/ 1328773 h 4113325"/>
              <a:gd name="connsiteX1" fmla="*/ 3183055 w 5974207"/>
              <a:gd name="connsiteY1" fmla="*/ 284355 h 4113325"/>
              <a:gd name="connsiteX2" fmla="*/ 4914476 w 5974207"/>
              <a:gd name="connsiteY2" fmla="*/ 108800 h 4113325"/>
              <a:gd name="connsiteX3" fmla="*/ 5567637 w 5974207"/>
              <a:gd name="connsiteY3" fmla="*/ 4111641 h 4113325"/>
              <a:gd name="connsiteX4" fmla="*/ 0 w 5974207"/>
              <a:gd name="connsiteY4" fmla="*/ 4113325 h 4113325"/>
              <a:gd name="connsiteX5" fmla="*/ 1761417 w 5974207"/>
              <a:gd name="connsiteY5" fmla="*/ 1328773 h 4113325"/>
              <a:gd name="connsiteX0" fmla="*/ 1761417 w 5974207"/>
              <a:gd name="connsiteY0" fmla="*/ 1328773 h 4113325"/>
              <a:gd name="connsiteX1" fmla="*/ 3183055 w 5974207"/>
              <a:gd name="connsiteY1" fmla="*/ 284355 h 4113325"/>
              <a:gd name="connsiteX2" fmla="*/ 4914476 w 5974207"/>
              <a:gd name="connsiteY2" fmla="*/ 108800 h 4113325"/>
              <a:gd name="connsiteX3" fmla="*/ 5567637 w 5974207"/>
              <a:gd name="connsiteY3" fmla="*/ 4111641 h 4113325"/>
              <a:gd name="connsiteX4" fmla="*/ 0 w 5974207"/>
              <a:gd name="connsiteY4" fmla="*/ 4113325 h 4113325"/>
              <a:gd name="connsiteX5" fmla="*/ 1761417 w 5974207"/>
              <a:gd name="connsiteY5" fmla="*/ 1328773 h 4113325"/>
              <a:gd name="connsiteX0" fmla="*/ 1749116 w 5974207"/>
              <a:gd name="connsiteY0" fmla="*/ 1324672 h 4113325"/>
              <a:gd name="connsiteX1" fmla="*/ 3183055 w 5974207"/>
              <a:gd name="connsiteY1" fmla="*/ 284355 h 4113325"/>
              <a:gd name="connsiteX2" fmla="*/ 4914476 w 5974207"/>
              <a:gd name="connsiteY2" fmla="*/ 108800 h 4113325"/>
              <a:gd name="connsiteX3" fmla="*/ 5567637 w 5974207"/>
              <a:gd name="connsiteY3" fmla="*/ 4111641 h 4113325"/>
              <a:gd name="connsiteX4" fmla="*/ 0 w 5974207"/>
              <a:gd name="connsiteY4" fmla="*/ 4113325 h 4113325"/>
              <a:gd name="connsiteX5" fmla="*/ 1749116 w 5974207"/>
              <a:gd name="connsiteY5" fmla="*/ 1324672 h 4113325"/>
              <a:gd name="connsiteX0" fmla="*/ 1749116 w 5974207"/>
              <a:gd name="connsiteY0" fmla="*/ 1324672 h 4113325"/>
              <a:gd name="connsiteX1" fmla="*/ 3183055 w 5974207"/>
              <a:gd name="connsiteY1" fmla="*/ 284355 h 4113325"/>
              <a:gd name="connsiteX2" fmla="*/ 4914476 w 5974207"/>
              <a:gd name="connsiteY2" fmla="*/ 108800 h 4113325"/>
              <a:gd name="connsiteX3" fmla="*/ 5567637 w 5974207"/>
              <a:gd name="connsiteY3" fmla="*/ 4111641 h 4113325"/>
              <a:gd name="connsiteX4" fmla="*/ 0 w 5974207"/>
              <a:gd name="connsiteY4" fmla="*/ 4113325 h 4113325"/>
              <a:gd name="connsiteX5" fmla="*/ 1749116 w 5974207"/>
              <a:gd name="connsiteY5" fmla="*/ 1324672 h 4113325"/>
              <a:gd name="connsiteX0" fmla="*/ 1720413 w 5945504"/>
              <a:gd name="connsiteY0" fmla="*/ 1324672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20413 w 5945504"/>
              <a:gd name="connsiteY5" fmla="*/ 1324672 h 4111641"/>
              <a:gd name="connsiteX0" fmla="*/ 1720413 w 5945504"/>
              <a:gd name="connsiteY0" fmla="*/ 1324672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20413 w 5945504"/>
              <a:gd name="connsiteY5" fmla="*/ 1324672 h 4111641"/>
              <a:gd name="connsiteX0" fmla="*/ 1720413 w 5945504"/>
              <a:gd name="connsiteY0" fmla="*/ 1324672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20413 w 5945504"/>
              <a:gd name="connsiteY5" fmla="*/ 1324672 h 4111641"/>
              <a:gd name="connsiteX0" fmla="*/ 1705545 w 5945504"/>
              <a:gd name="connsiteY0" fmla="*/ 1346975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05545 w 5945504"/>
              <a:gd name="connsiteY5" fmla="*/ 1346975 h 4111641"/>
              <a:gd name="connsiteX0" fmla="*/ 1705545 w 5945504"/>
              <a:gd name="connsiteY0" fmla="*/ 1346975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05545 w 5945504"/>
              <a:gd name="connsiteY5" fmla="*/ 1346975 h 4111641"/>
              <a:gd name="connsiteX0" fmla="*/ 1705545 w 5945504"/>
              <a:gd name="connsiteY0" fmla="*/ 1346975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05545 w 5945504"/>
              <a:gd name="connsiteY5" fmla="*/ 1346975 h 4111641"/>
              <a:gd name="connsiteX0" fmla="*/ 1705545 w 5945504"/>
              <a:gd name="connsiteY0" fmla="*/ 1346975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05545 w 5945504"/>
              <a:gd name="connsiteY5" fmla="*/ 1346975 h 4111641"/>
              <a:gd name="connsiteX0" fmla="*/ 1705545 w 5945504"/>
              <a:gd name="connsiteY0" fmla="*/ 1346975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05545 w 5945504"/>
              <a:gd name="connsiteY5" fmla="*/ 1346975 h 4111641"/>
              <a:gd name="connsiteX0" fmla="*/ 1705545 w 5945504"/>
              <a:gd name="connsiteY0" fmla="*/ 1346975 h 4111641"/>
              <a:gd name="connsiteX1" fmla="*/ 3154352 w 5945504"/>
              <a:gd name="connsiteY1" fmla="*/ 284355 h 4111641"/>
              <a:gd name="connsiteX2" fmla="*/ 4885773 w 5945504"/>
              <a:gd name="connsiteY2" fmla="*/ 108800 h 4111641"/>
              <a:gd name="connsiteX3" fmla="*/ 5538934 w 5945504"/>
              <a:gd name="connsiteY3" fmla="*/ 4111641 h 4111641"/>
              <a:gd name="connsiteX4" fmla="*/ 0 w 5945504"/>
              <a:gd name="connsiteY4" fmla="*/ 4105124 h 4111641"/>
              <a:gd name="connsiteX5" fmla="*/ 1705545 w 5945504"/>
              <a:gd name="connsiteY5" fmla="*/ 1346975 h 411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504" h="4111641">
                <a:moveTo>
                  <a:pt x="1705545" y="1346975"/>
                </a:moveTo>
                <a:cubicBezTo>
                  <a:pt x="2096402" y="968092"/>
                  <a:pt x="2651983" y="493379"/>
                  <a:pt x="3154352" y="284355"/>
                </a:cubicBezTo>
                <a:cubicBezTo>
                  <a:pt x="3961951" y="-117620"/>
                  <a:pt x="4528683" y="-11101"/>
                  <a:pt x="4885773" y="108800"/>
                </a:cubicBezTo>
                <a:cubicBezTo>
                  <a:pt x="6457851" y="777818"/>
                  <a:pt x="5920198" y="3362338"/>
                  <a:pt x="5538934" y="4111641"/>
                </a:cubicBezTo>
                <a:lnTo>
                  <a:pt x="0" y="4105124"/>
                </a:lnTo>
                <a:cubicBezTo>
                  <a:pt x="553165" y="2615302"/>
                  <a:pt x="1250557" y="1809734"/>
                  <a:pt x="1705545" y="1346975"/>
                </a:cubicBezTo>
                <a:close/>
              </a:path>
            </a:pathLst>
          </a:custGeom>
          <a:ln>
            <a:noFill/>
          </a:ln>
        </p:spPr>
        <p:txBody>
          <a:bodyPr lIns="91428" tIns="45715" rIns="91428" bIns="45715" anchor="ctr" anchorCtr="1"/>
          <a:lstStyle>
            <a:lvl1pPr marL="0" indent="0">
              <a:buNone/>
              <a:defRPr sz="2399">
                <a:solidFill>
                  <a:schemeClr val="tx2"/>
                </a:solidFill>
                <a:latin typeface="Zurich BT Roman"/>
              </a:defRPr>
            </a:lvl1pPr>
          </a:lstStyle>
          <a:p>
            <a:r>
              <a:rPr lang="en-US" dirty="0"/>
              <a:t>Picture</a:t>
            </a:r>
          </a:p>
        </p:txBody>
      </p:sp>
      <p:sp>
        <p:nvSpPr>
          <p:cNvPr id="5" name="Text Placeholder 2"/>
          <p:cNvSpPr>
            <a:spLocks noGrp="1"/>
          </p:cNvSpPr>
          <p:nvPr>
            <p:ph type="body" sz="quarter" idx="12" hasCustomPrompt="1"/>
          </p:nvPr>
        </p:nvSpPr>
        <p:spPr>
          <a:xfrm>
            <a:off x="203205" y="237071"/>
            <a:ext cx="11684000" cy="753533"/>
          </a:xfrm>
          <a:prstGeom prst="rect">
            <a:avLst/>
          </a:prstGeom>
        </p:spPr>
        <p:txBody>
          <a:bodyPr lIns="91428" tIns="45715" rIns="91428" bIns="45715"/>
          <a:lstStyle>
            <a:lvl1pPr marL="0" indent="0">
              <a:buNone/>
              <a:defRPr sz="3201" b="1">
                <a:solidFill>
                  <a:schemeClr val="bg1"/>
                </a:solidFill>
                <a:latin typeface="Zurich BT" panose="020B0603020202030204" pitchFamily="34" charset="0"/>
              </a:defRPr>
            </a:lvl1pPr>
          </a:lstStyle>
          <a:p>
            <a:pPr lvl="0"/>
            <a:r>
              <a:rPr lang="en-US" dirty="0"/>
              <a:t>Heading</a:t>
            </a:r>
          </a:p>
        </p:txBody>
      </p:sp>
      <p:sp>
        <p:nvSpPr>
          <p:cNvPr id="7" name="Text Placeholder 2"/>
          <p:cNvSpPr>
            <a:spLocks noGrp="1"/>
          </p:cNvSpPr>
          <p:nvPr>
            <p:ph type="body" sz="quarter" idx="16" hasCustomPrompt="1"/>
          </p:nvPr>
        </p:nvSpPr>
        <p:spPr>
          <a:xfrm>
            <a:off x="201212" y="1219206"/>
            <a:ext cx="5817002" cy="4267199"/>
          </a:xfrm>
          <a:prstGeom prst="rect">
            <a:avLst/>
          </a:prstGeom>
        </p:spPr>
        <p:txBody>
          <a:bodyPr lIns="91428" tIns="45715" rIns="91428" bIns="45715"/>
          <a:lstStyle>
            <a:lvl1pPr marL="342862" indent="-342862">
              <a:buFont typeface="Arial"/>
              <a:buChar char="•"/>
              <a:defRPr sz="2399" b="1">
                <a:solidFill>
                  <a:schemeClr val="accent3"/>
                </a:solidFill>
                <a:latin typeface="Zurich BT" panose="020B0603020202030204" pitchFamily="34" charset="0"/>
              </a:defRPr>
            </a:lvl1pPr>
            <a:lvl2pPr marL="457151" indent="0">
              <a:buNone/>
              <a:defRPr/>
            </a:lvl2pPr>
          </a:lstStyle>
          <a:p>
            <a:pPr lvl="0"/>
            <a:r>
              <a:rPr lang="en-US" dirty="0"/>
              <a:t>Text 1</a:t>
            </a:r>
          </a:p>
          <a:p>
            <a:pPr lvl="0"/>
            <a:r>
              <a:rPr lang="en-US" dirty="0"/>
              <a:t>Text 2</a:t>
            </a:r>
          </a:p>
        </p:txBody>
      </p:sp>
    </p:spTree>
    <p:extLst>
      <p:ext uri="{BB962C8B-B14F-4D97-AF65-F5344CB8AC3E}">
        <p14:creationId xmlns:p14="http://schemas.microsoft.com/office/powerpoint/2010/main" val="3269159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Text Slide">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rgbClr val="97281D"/>
                </a:solidFill>
                <a:latin typeface="Zurich BT" panose="020B0603020202030204" pitchFamily="34" charset="0"/>
              </a:defRPr>
            </a:lvl1pPr>
          </a:lstStyle>
          <a:p>
            <a:pPr lvl="0"/>
            <a:r>
              <a:rPr lang="en-US" dirty="0"/>
              <a:t>Heading</a:t>
            </a:r>
          </a:p>
        </p:txBody>
      </p:sp>
      <p:sp>
        <p:nvSpPr>
          <p:cNvPr id="11"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3" name="Text Placeholder 2"/>
          <p:cNvSpPr>
            <a:spLocks noGrp="1"/>
          </p:cNvSpPr>
          <p:nvPr>
            <p:ph type="body" sz="quarter" idx="16" hasCustomPrompt="1"/>
          </p:nvPr>
        </p:nvSpPr>
        <p:spPr>
          <a:xfrm>
            <a:off x="201213" y="1219201"/>
            <a:ext cx="11683607" cy="609600"/>
          </a:xfrm>
          <a:prstGeom prst="rect">
            <a:avLst/>
          </a:prstGeom>
        </p:spPr>
        <p:txBody>
          <a:bodyPr lIns="91428" tIns="45715" rIns="91428" bIns="45715"/>
          <a:lstStyle>
            <a:lvl1pPr marL="0" indent="0">
              <a:buNone/>
              <a:defRPr sz="2399" b="1">
                <a:solidFill>
                  <a:srgbClr val="1F497D"/>
                </a:solidFill>
                <a:latin typeface="Zurich BT" panose="020B0603020202030204" pitchFamily="34" charset="0"/>
              </a:defRPr>
            </a:lvl1pPr>
          </a:lstStyle>
          <a:p>
            <a:pPr lvl="0"/>
            <a:r>
              <a:rPr lang="en-US" dirty="0"/>
              <a:t>Sub Text</a:t>
            </a:r>
          </a:p>
        </p:txBody>
      </p:sp>
      <p:sp>
        <p:nvSpPr>
          <p:cNvPr id="14" name="Text Placeholder 17"/>
          <p:cNvSpPr>
            <a:spLocks noGrp="1"/>
          </p:cNvSpPr>
          <p:nvPr>
            <p:ph type="body" sz="quarter" idx="17" hasCustomPrompt="1"/>
          </p:nvPr>
        </p:nvSpPr>
        <p:spPr>
          <a:xfrm>
            <a:off x="201215" y="1828800"/>
            <a:ext cx="11684400" cy="3962400"/>
          </a:xfrm>
          <a:prstGeom prst="rect">
            <a:avLst/>
          </a:prstGeom>
        </p:spPr>
        <p:txBody>
          <a:bodyPr lIns="91428" tIns="45715" rIns="91428" bIns="45715"/>
          <a:lstStyle>
            <a:lvl1pPr>
              <a:buFont typeface="Arial" pitchFamily="34" charset="0"/>
              <a:buChar char="•"/>
              <a:defRPr sz="2399">
                <a:solidFill>
                  <a:schemeClr val="accent3"/>
                </a:solidFill>
                <a:latin typeface="Zurich BT" pitchFamily="34" charset="0"/>
              </a:defRPr>
            </a:lvl1pPr>
            <a:lvl2pPr marL="687315" indent="-342862">
              <a:buFont typeface="Arial" pitchFamily="34" charset="0"/>
              <a:buChar char="•"/>
              <a:tabLst>
                <a:tab pos="687315" algn="l"/>
              </a:tabLst>
              <a:defRPr sz="2199">
                <a:solidFill>
                  <a:schemeClr val="accent3"/>
                </a:solidFill>
                <a:latin typeface="Zurich BT" pitchFamily="34" charset="0"/>
              </a:defRPr>
            </a:lvl2pPr>
            <a:lvl3pPr>
              <a:defRPr sz="2399">
                <a:solidFill>
                  <a:srgbClr val="053C6C"/>
                </a:solidFill>
                <a:latin typeface="Zurich BT" pitchFamily="34" charset="0"/>
              </a:defRPr>
            </a:lvl3pPr>
            <a:lvl4pPr>
              <a:defRPr sz="2399">
                <a:solidFill>
                  <a:srgbClr val="053C6C"/>
                </a:solidFill>
                <a:latin typeface="Zurich BT" pitchFamily="34" charset="0"/>
              </a:defRPr>
            </a:lvl4pPr>
            <a:lvl5pPr>
              <a:defRPr sz="2399">
                <a:solidFill>
                  <a:srgbClr val="053C6C"/>
                </a:solidFill>
                <a:latin typeface="Zurich BT" pitchFamily="34" charset="0"/>
              </a:defRPr>
            </a:lvl5pPr>
          </a:lstStyle>
          <a:p>
            <a:pPr lvl="0"/>
            <a:r>
              <a:rPr lang="en-US" dirty="0"/>
              <a:t>Text 1</a:t>
            </a:r>
          </a:p>
          <a:p>
            <a:pPr lvl="0"/>
            <a:r>
              <a:rPr lang="en-US" dirty="0"/>
              <a:t>Text 2</a:t>
            </a:r>
          </a:p>
          <a:p>
            <a:pPr lvl="1"/>
            <a:r>
              <a:rPr lang="en-US" dirty="0"/>
              <a:t>Second level 1</a:t>
            </a:r>
          </a:p>
          <a:p>
            <a:pPr lvl="1"/>
            <a:r>
              <a:rPr lang="en-US" dirty="0"/>
              <a:t>Second level 2</a:t>
            </a:r>
          </a:p>
        </p:txBody>
      </p:sp>
      <p:sp>
        <p:nvSpPr>
          <p:cNvPr id="9"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Image">
    <p:spTree>
      <p:nvGrpSpPr>
        <p:cNvPr id="1" name=""/>
        <p:cNvGrpSpPr/>
        <p:nvPr/>
      </p:nvGrpSpPr>
      <p:grpSpPr>
        <a:xfrm>
          <a:off x="0" y="0"/>
          <a:ext cx="0" cy="0"/>
          <a:chOff x="0" y="0"/>
          <a:chExt cx="0" cy="0"/>
        </a:xfrm>
      </p:grpSpPr>
      <p:sp>
        <p:nvSpPr>
          <p:cNvPr id="5" name="Picture Placeholder 7"/>
          <p:cNvSpPr>
            <a:spLocks noGrp="1"/>
          </p:cNvSpPr>
          <p:nvPr>
            <p:ph type="pic" sz="quarter" idx="14" hasCustomPrompt="1"/>
          </p:nvPr>
        </p:nvSpPr>
        <p:spPr>
          <a:xfrm>
            <a:off x="6705604" y="239192"/>
            <a:ext cx="5190653" cy="5933017"/>
          </a:xfrm>
          <a:prstGeom prst="rect">
            <a:avLst/>
          </a:prstGeom>
        </p:spPr>
        <p:txBody>
          <a:bodyPr vert="horz" lIns="91428" tIns="45715" rIns="91428" bIns="45715"/>
          <a:lstStyle>
            <a:lvl1pPr marL="0" indent="0">
              <a:buNone/>
              <a:defRPr sz="2399">
                <a:solidFill>
                  <a:srgbClr val="053C6D"/>
                </a:solidFill>
                <a:latin typeface="Zurich BT Roman"/>
                <a:cs typeface="Zurich BT Roman"/>
              </a:defRPr>
            </a:lvl1pPr>
          </a:lstStyle>
          <a:p>
            <a:r>
              <a:rPr lang="en-US" dirty="0"/>
              <a:t>Picture</a:t>
            </a:r>
          </a:p>
        </p:txBody>
      </p:sp>
      <p:sp>
        <p:nvSpPr>
          <p:cNvPr id="6" name="Text Placeholder 2"/>
          <p:cNvSpPr>
            <a:spLocks noGrp="1"/>
          </p:cNvSpPr>
          <p:nvPr>
            <p:ph type="body" sz="quarter" idx="15" hasCustomPrompt="1"/>
          </p:nvPr>
        </p:nvSpPr>
        <p:spPr>
          <a:xfrm>
            <a:off x="203206" y="237073"/>
            <a:ext cx="5892800" cy="753533"/>
          </a:xfrm>
          <a:prstGeom prst="rect">
            <a:avLst/>
          </a:prstGeom>
        </p:spPr>
        <p:txBody>
          <a:bodyPr lIns="91428" tIns="45715" rIns="91428" bIns="45715"/>
          <a:lstStyle>
            <a:lvl1pPr marL="0" indent="0">
              <a:buNone/>
              <a:defRPr sz="3201" b="1">
                <a:solidFill>
                  <a:srgbClr val="97281D"/>
                </a:solidFill>
                <a:latin typeface="Zurich BT" panose="020B0603020202030204" pitchFamily="34" charset="0"/>
              </a:defRPr>
            </a:lvl1pPr>
          </a:lstStyle>
          <a:p>
            <a:pPr lvl="0"/>
            <a:r>
              <a:rPr lang="en-US" dirty="0"/>
              <a:t>Heading</a:t>
            </a:r>
          </a:p>
        </p:txBody>
      </p:sp>
      <p:sp>
        <p:nvSpPr>
          <p:cNvPr id="7" name="Text Placeholder 2"/>
          <p:cNvSpPr>
            <a:spLocks noGrp="1"/>
          </p:cNvSpPr>
          <p:nvPr>
            <p:ph type="body" sz="quarter" idx="16" hasCustomPrompt="1"/>
          </p:nvPr>
        </p:nvSpPr>
        <p:spPr>
          <a:xfrm>
            <a:off x="201216" y="1219201"/>
            <a:ext cx="5892800" cy="609600"/>
          </a:xfrm>
          <a:prstGeom prst="rect">
            <a:avLst/>
          </a:prstGeom>
        </p:spPr>
        <p:txBody>
          <a:bodyPr lIns="91428" tIns="45715" rIns="91428" bIns="45715"/>
          <a:lstStyle>
            <a:lvl1pPr marL="0" indent="0">
              <a:buNone/>
              <a:defRPr sz="2399" b="1">
                <a:solidFill>
                  <a:srgbClr val="1F497D"/>
                </a:solidFill>
                <a:latin typeface="Zurich BT" panose="020B0603020202030204" pitchFamily="34" charset="0"/>
              </a:defRPr>
            </a:lvl1pPr>
          </a:lstStyle>
          <a:p>
            <a:pPr lvl="0"/>
            <a:r>
              <a:rPr lang="en-US" dirty="0"/>
              <a:t>Sub Text</a:t>
            </a:r>
          </a:p>
        </p:txBody>
      </p:sp>
      <p:sp>
        <p:nvSpPr>
          <p:cNvPr id="8" name="Text Placeholder 17"/>
          <p:cNvSpPr>
            <a:spLocks noGrp="1"/>
          </p:cNvSpPr>
          <p:nvPr>
            <p:ph type="body" sz="quarter" idx="17" hasCustomPrompt="1"/>
          </p:nvPr>
        </p:nvSpPr>
        <p:spPr>
          <a:xfrm>
            <a:off x="201216" y="1828800"/>
            <a:ext cx="5893200" cy="3962400"/>
          </a:xfrm>
          <a:prstGeom prst="rect">
            <a:avLst/>
          </a:prstGeom>
        </p:spPr>
        <p:txBody>
          <a:bodyPr lIns="91428" tIns="45715" rIns="91428" bIns="45715"/>
          <a:lstStyle>
            <a:lvl1pPr>
              <a:buFont typeface="Arial" pitchFamily="34" charset="0"/>
              <a:buChar char="•"/>
              <a:defRPr sz="2399">
                <a:solidFill>
                  <a:srgbClr val="053C6C"/>
                </a:solidFill>
                <a:latin typeface="Zurich BT" pitchFamily="34" charset="0"/>
              </a:defRPr>
            </a:lvl1pPr>
            <a:lvl2pPr marL="687315" indent="-342862">
              <a:buFont typeface="Arial" pitchFamily="34" charset="0"/>
              <a:buChar char="•"/>
              <a:tabLst>
                <a:tab pos="687315" algn="l"/>
              </a:tabLst>
              <a:defRPr sz="2199">
                <a:solidFill>
                  <a:srgbClr val="053C6C"/>
                </a:solidFill>
                <a:latin typeface="Zurich BT" pitchFamily="34" charset="0"/>
              </a:defRPr>
            </a:lvl2pPr>
            <a:lvl3pPr>
              <a:defRPr sz="2399">
                <a:solidFill>
                  <a:srgbClr val="053C6C"/>
                </a:solidFill>
                <a:latin typeface="Zurich BT" pitchFamily="34" charset="0"/>
              </a:defRPr>
            </a:lvl3pPr>
            <a:lvl4pPr>
              <a:defRPr sz="2399">
                <a:solidFill>
                  <a:srgbClr val="053C6C"/>
                </a:solidFill>
                <a:latin typeface="Zurich BT" pitchFamily="34" charset="0"/>
              </a:defRPr>
            </a:lvl4pPr>
            <a:lvl5pPr>
              <a:defRPr sz="2399">
                <a:solidFill>
                  <a:srgbClr val="053C6C"/>
                </a:solidFill>
                <a:latin typeface="Zurich BT" pitchFamily="34" charset="0"/>
              </a:defRPr>
            </a:lvl5pPr>
          </a:lstStyle>
          <a:p>
            <a:pPr lvl="0"/>
            <a:r>
              <a:rPr lang="en-US" dirty="0"/>
              <a:t>Text 1</a:t>
            </a:r>
          </a:p>
          <a:p>
            <a:pPr lvl="0"/>
            <a:r>
              <a:rPr lang="en-US" dirty="0"/>
              <a:t>Text 2</a:t>
            </a:r>
          </a:p>
          <a:p>
            <a:pPr lvl="1"/>
            <a:r>
              <a:rPr lang="en-US" dirty="0"/>
              <a:t>Second level 1</a:t>
            </a:r>
          </a:p>
          <a:p>
            <a:pPr lvl="1"/>
            <a:r>
              <a:rPr lang="en-US" dirty="0"/>
              <a:t>Second level 2</a:t>
            </a:r>
          </a:p>
        </p:txBody>
      </p:sp>
      <p:sp>
        <p:nvSpPr>
          <p:cNvPr id="10"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2"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 Chart ">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chemeClr val="accent2"/>
                </a:solidFill>
                <a:latin typeface="Zurich BT" panose="020B0603020202030204" pitchFamily="34" charset="0"/>
              </a:defRPr>
            </a:lvl1pPr>
          </a:lstStyle>
          <a:p>
            <a:pPr lvl="0"/>
            <a:r>
              <a:rPr lang="en-US" dirty="0"/>
              <a:t>Heading</a:t>
            </a:r>
          </a:p>
        </p:txBody>
      </p:sp>
      <p:sp>
        <p:nvSpPr>
          <p:cNvPr id="7" name="Chart Placeholder 6"/>
          <p:cNvSpPr>
            <a:spLocks noGrp="1"/>
          </p:cNvSpPr>
          <p:nvPr>
            <p:ph type="chart" sz="quarter" idx="28" hasCustomPrompt="1"/>
          </p:nvPr>
        </p:nvSpPr>
        <p:spPr>
          <a:xfrm>
            <a:off x="5942017" y="1219207"/>
            <a:ext cx="5928782" cy="3276601"/>
          </a:xfrm>
          <a:prstGeom prst="rect">
            <a:avLst/>
          </a:prstGeom>
        </p:spPr>
        <p:txBody>
          <a:bodyPr lIns="91428" tIns="45715" rIns="91428" bIns="45715"/>
          <a:lstStyle>
            <a:lvl1pPr>
              <a:buNone/>
              <a:defRPr sz="2399">
                <a:solidFill>
                  <a:srgbClr val="053C6C"/>
                </a:solidFill>
                <a:latin typeface="Zurich BT" pitchFamily="34" charset="0"/>
              </a:defRPr>
            </a:lvl1pPr>
          </a:lstStyle>
          <a:p>
            <a:r>
              <a:rPr lang="en-US" dirty="0"/>
              <a:t>Chart</a:t>
            </a:r>
          </a:p>
        </p:txBody>
      </p:sp>
      <p:sp>
        <p:nvSpPr>
          <p:cNvPr id="10" name="Text Placeholder 9"/>
          <p:cNvSpPr>
            <a:spLocks noGrp="1"/>
          </p:cNvSpPr>
          <p:nvPr>
            <p:ph type="body" sz="quarter" idx="29" hasCustomPrompt="1"/>
          </p:nvPr>
        </p:nvSpPr>
        <p:spPr>
          <a:xfrm>
            <a:off x="6171743" y="4572003"/>
            <a:ext cx="5713872" cy="457200"/>
          </a:xfrm>
          <a:prstGeom prst="rect">
            <a:avLst/>
          </a:prstGeom>
        </p:spPr>
        <p:txBody>
          <a:bodyPr vert="horz" lIns="91428" tIns="45715" rIns="91428" bIns="45715"/>
          <a:lstStyle>
            <a:lvl1pPr marL="0" indent="0">
              <a:buFont typeface="Arial"/>
              <a:buNone/>
              <a:defRPr sz="2000" b="1">
                <a:solidFill>
                  <a:srgbClr val="1F497D"/>
                </a:solidFill>
                <a:latin typeface="Zurich BT Roman"/>
                <a:cs typeface="Zurich BT Roman"/>
              </a:defRPr>
            </a:lvl1pPr>
          </a:lstStyle>
          <a:p>
            <a:pPr lvl="0"/>
            <a:r>
              <a:rPr lang="en-US" dirty="0"/>
              <a:t>Text</a:t>
            </a:r>
          </a:p>
        </p:txBody>
      </p:sp>
      <p:sp>
        <p:nvSpPr>
          <p:cNvPr id="13" name="Text Placeholder 9"/>
          <p:cNvSpPr>
            <a:spLocks noGrp="1"/>
          </p:cNvSpPr>
          <p:nvPr>
            <p:ph type="body" sz="quarter" idx="30" hasCustomPrompt="1"/>
          </p:nvPr>
        </p:nvSpPr>
        <p:spPr>
          <a:xfrm>
            <a:off x="6170611" y="5029206"/>
            <a:ext cx="5701800" cy="914401"/>
          </a:xfrm>
          <a:prstGeom prst="rect">
            <a:avLst/>
          </a:prstGeom>
        </p:spPr>
        <p:txBody>
          <a:bodyPr vert="horz" lIns="91428" tIns="45715" rIns="91428" bIns="45715"/>
          <a:lstStyle>
            <a:lvl1pPr marL="290482" indent="-231749">
              <a:buFont typeface="Arial"/>
              <a:buChar char="•"/>
              <a:defRPr sz="2000" b="0">
                <a:solidFill>
                  <a:srgbClr val="1F497D"/>
                </a:solidFill>
                <a:latin typeface="Zurich BT Roman"/>
                <a:cs typeface="Zurich BT Roman"/>
              </a:defRPr>
            </a:lvl1pPr>
          </a:lstStyle>
          <a:p>
            <a:pPr lvl="0"/>
            <a:r>
              <a:rPr lang="en-US" dirty="0"/>
              <a:t>Text1</a:t>
            </a:r>
          </a:p>
          <a:p>
            <a:pPr lvl="0"/>
            <a:r>
              <a:rPr lang="en-US" dirty="0"/>
              <a:t>Text 2</a:t>
            </a:r>
          </a:p>
        </p:txBody>
      </p:sp>
      <p:sp>
        <p:nvSpPr>
          <p:cNvPr id="15" name="Text Placeholder 2"/>
          <p:cNvSpPr>
            <a:spLocks noGrp="1"/>
          </p:cNvSpPr>
          <p:nvPr>
            <p:ph type="body" sz="quarter" idx="16" hasCustomPrompt="1"/>
          </p:nvPr>
        </p:nvSpPr>
        <p:spPr>
          <a:xfrm>
            <a:off x="201216" y="1219201"/>
            <a:ext cx="4978462" cy="609600"/>
          </a:xfrm>
          <a:prstGeom prst="rect">
            <a:avLst/>
          </a:prstGeom>
        </p:spPr>
        <p:txBody>
          <a:bodyPr lIns="91428" tIns="45715" rIns="91428" bIns="45715"/>
          <a:lstStyle>
            <a:lvl1pPr marL="0" indent="0">
              <a:buNone/>
              <a:defRPr sz="2399" b="1">
                <a:solidFill>
                  <a:srgbClr val="1F497D"/>
                </a:solidFill>
                <a:latin typeface="Zurich BT" panose="020B0603020202030204" pitchFamily="34" charset="0"/>
              </a:defRPr>
            </a:lvl1pPr>
          </a:lstStyle>
          <a:p>
            <a:pPr lvl="0"/>
            <a:r>
              <a:rPr lang="en-US" dirty="0"/>
              <a:t>Sub Text</a:t>
            </a:r>
          </a:p>
        </p:txBody>
      </p:sp>
      <p:sp>
        <p:nvSpPr>
          <p:cNvPr id="16" name="Text Placeholder 17"/>
          <p:cNvSpPr>
            <a:spLocks noGrp="1"/>
          </p:cNvSpPr>
          <p:nvPr>
            <p:ph type="body" sz="quarter" idx="17" hasCustomPrompt="1"/>
          </p:nvPr>
        </p:nvSpPr>
        <p:spPr>
          <a:xfrm>
            <a:off x="201215" y="1828800"/>
            <a:ext cx="4978800" cy="3962400"/>
          </a:xfrm>
          <a:prstGeom prst="rect">
            <a:avLst/>
          </a:prstGeom>
        </p:spPr>
        <p:txBody>
          <a:bodyPr lIns="91428" tIns="45715" rIns="91428" bIns="45715"/>
          <a:lstStyle>
            <a:lvl1pPr>
              <a:buFont typeface="Arial" pitchFamily="34" charset="0"/>
              <a:buChar char="•"/>
              <a:defRPr sz="2399">
                <a:solidFill>
                  <a:srgbClr val="053C6C"/>
                </a:solidFill>
                <a:latin typeface="Zurich BT" pitchFamily="34" charset="0"/>
              </a:defRPr>
            </a:lvl1pPr>
            <a:lvl2pPr marL="687315" indent="-344450">
              <a:buFont typeface="Arial" pitchFamily="34" charset="0"/>
              <a:buChar char="•"/>
              <a:defRPr sz="2199">
                <a:solidFill>
                  <a:srgbClr val="053C6C"/>
                </a:solidFill>
                <a:latin typeface="Zurich BT" pitchFamily="34" charset="0"/>
              </a:defRPr>
            </a:lvl2pPr>
            <a:lvl3pPr>
              <a:defRPr sz="2399">
                <a:solidFill>
                  <a:srgbClr val="053C6C"/>
                </a:solidFill>
                <a:latin typeface="Zurich BT" pitchFamily="34" charset="0"/>
              </a:defRPr>
            </a:lvl3pPr>
            <a:lvl4pPr>
              <a:defRPr sz="2399">
                <a:solidFill>
                  <a:srgbClr val="053C6C"/>
                </a:solidFill>
                <a:latin typeface="Zurich BT" pitchFamily="34" charset="0"/>
              </a:defRPr>
            </a:lvl4pPr>
            <a:lvl5pPr>
              <a:defRPr sz="2399">
                <a:solidFill>
                  <a:srgbClr val="053C6C"/>
                </a:solidFill>
                <a:latin typeface="Zurich BT" pitchFamily="34" charset="0"/>
              </a:defRPr>
            </a:lvl5pPr>
          </a:lstStyle>
          <a:p>
            <a:pPr lvl="0"/>
            <a:r>
              <a:rPr lang="en-US" dirty="0"/>
              <a:t>Text 1</a:t>
            </a:r>
          </a:p>
          <a:p>
            <a:pPr lvl="0"/>
            <a:r>
              <a:rPr lang="en-US" dirty="0"/>
              <a:t>Text 2</a:t>
            </a:r>
          </a:p>
          <a:p>
            <a:pPr lvl="1"/>
            <a:r>
              <a:rPr lang="en-US" dirty="0"/>
              <a:t>Second level 1</a:t>
            </a:r>
          </a:p>
          <a:p>
            <a:pPr lvl="1"/>
            <a:r>
              <a:rPr lang="en-US" dirty="0"/>
              <a:t>Second level 2</a:t>
            </a:r>
          </a:p>
          <a:p>
            <a:pPr lvl="0"/>
            <a:endParaRPr lang="en-US" dirty="0"/>
          </a:p>
        </p:txBody>
      </p:sp>
      <p:sp>
        <p:nvSpPr>
          <p:cNvPr id="11"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7"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Table ">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rgbClr val="841917"/>
                </a:solidFill>
                <a:latin typeface="Zurich BT" panose="020B0603020202030204" pitchFamily="34" charset="0"/>
              </a:defRPr>
            </a:lvl1pPr>
          </a:lstStyle>
          <a:p>
            <a:pPr lvl="0"/>
            <a:r>
              <a:rPr lang="en-US" dirty="0"/>
              <a:t>Heading</a:t>
            </a:r>
          </a:p>
        </p:txBody>
      </p:sp>
      <p:sp>
        <p:nvSpPr>
          <p:cNvPr id="7" name="Table Placeholder 3"/>
          <p:cNvSpPr>
            <a:spLocks noGrp="1"/>
          </p:cNvSpPr>
          <p:nvPr>
            <p:ph type="tbl" sz="quarter" idx="27"/>
          </p:nvPr>
        </p:nvSpPr>
        <p:spPr>
          <a:xfrm>
            <a:off x="6474818" y="1139356"/>
            <a:ext cx="5410800" cy="3581999"/>
          </a:xfrm>
          <a:prstGeom prst="rect">
            <a:avLst/>
          </a:prstGeom>
        </p:spPr>
        <p:txBody>
          <a:bodyPr lIns="91428" tIns="45715" rIns="91428" bIns="45715"/>
          <a:lstStyle>
            <a:lvl1pPr>
              <a:buNone/>
              <a:defRPr sz="2399" baseline="0">
                <a:solidFill>
                  <a:srgbClr val="053C6C"/>
                </a:solidFill>
                <a:latin typeface="Zurich BT" pitchFamily="34" charset="0"/>
              </a:defRPr>
            </a:lvl1pPr>
          </a:lstStyle>
          <a:p>
            <a:pPr lvl="0"/>
            <a:endParaRPr lang="en-US" dirty="0"/>
          </a:p>
        </p:txBody>
      </p:sp>
      <p:sp>
        <p:nvSpPr>
          <p:cNvPr id="10" name="Text Placeholder 9"/>
          <p:cNvSpPr>
            <a:spLocks noGrp="1"/>
          </p:cNvSpPr>
          <p:nvPr>
            <p:ph type="body" sz="quarter" idx="29" hasCustomPrompt="1"/>
          </p:nvPr>
        </p:nvSpPr>
        <p:spPr>
          <a:xfrm>
            <a:off x="227013" y="5029206"/>
            <a:ext cx="11658600" cy="914401"/>
          </a:xfrm>
          <a:prstGeom prst="rect">
            <a:avLst/>
          </a:prstGeom>
        </p:spPr>
        <p:txBody>
          <a:bodyPr lIns="91428" tIns="45715" rIns="91428" bIns="45715"/>
          <a:lstStyle>
            <a:lvl1pPr>
              <a:defRPr lang="en-US" sz="2000" kern="1200" dirty="0" smtClean="0">
                <a:solidFill>
                  <a:srgbClr val="053C6C"/>
                </a:solidFill>
                <a:latin typeface="Zurich BT" panose="020B0603020202030204" pitchFamily="34" charset="0"/>
                <a:ea typeface="+mn-ea"/>
                <a:cs typeface="+mn-cs"/>
              </a:defRPr>
            </a:lvl1pPr>
          </a:lstStyle>
          <a:p>
            <a:pPr lvl="0"/>
            <a:r>
              <a:rPr lang="en-US" dirty="0"/>
              <a:t>Sub Text</a:t>
            </a:r>
          </a:p>
          <a:p>
            <a:pPr lvl="0"/>
            <a:r>
              <a:rPr lang="en-US" dirty="0"/>
              <a:t>Sub Text</a:t>
            </a:r>
          </a:p>
        </p:txBody>
      </p:sp>
      <p:sp>
        <p:nvSpPr>
          <p:cNvPr id="9"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3"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
        <p:nvSpPr>
          <p:cNvPr id="12" name="Text Placeholder 17"/>
          <p:cNvSpPr>
            <a:spLocks noGrp="1"/>
          </p:cNvSpPr>
          <p:nvPr>
            <p:ph type="body" sz="quarter" idx="17" hasCustomPrompt="1"/>
          </p:nvPr>
        </p:nvSpPr>
        <p:spPr>
          <a:xfrm>
            <a:off x="201216" y="1143007"/>
            <a:ext cx="5359800" cy="3581399"/>
          </a:xfrm>
          <a:prstGeom prst="rect">
            <a:avLst/>
          </a:prstGeom>
        </p:spPr>
        <p:txBody>
          <a:bodyPr lIns="91428" tIns="45715" rIns="91428" bIns="45715"/>
          <a:lstStyle>
            <a:lvl1pPr>
              <a:buFont typeface="Arial" pitchFamily="34" charset="0"/>
              <a:buChar char="•"/>
              <a:defRPr sz="2399">
                <a:solidFill>
                  <a:srgbClr val="053C6C"/>
                </a:solidFill>
                <a:latin typeface="Zurich BT" pitchFamily="34" charset="0"/>
              </a:defRPr>
            </a:lvl1pPr>
            <a:lvl2pPr marL="687315" indent="-344450">
              <a:buFont typeface="Arial" pitchFamily="34" charset="0"/>
              <a:buChar char="•"/>
              <a:defRPr sz="2199">
                <a:solidFill>
                  <a:srgbClr val="053C6C"/>
                </a:solidFill>
                <a:latin typeface="Zurich BT" pitchFamily="34" charset="0"/>
              </a:defRPr>
            </a:lvl2pPr>
            <a:lvl3pPr>
              <a:defRPr sz="2399">
                <a:solidFill>
                  <a:srgbClr val="053C6C"/>
                </a:solidFill>
                <a:latin typeface="Zurich BT" pitchFamily="34" charset="0"/>
              </a:defRPr>
            </a:lvl3pPr>
            <a:lvl4pPr>
              <a:defRPr sz="2399">
                <a:solidFill>
                  <a:srgbClr val="053C6C"/>
                </a:solidFill>
                <a:latin typeface="Zurich BT" pitchFamily="34" charset="0"/>
              </a:defRPr>
            </a:lvl4pPr>
            <a:lvl5pPr>
              <a:defRPr sz="2399">
                <a:solidFill>
                  <a:srgbClr val="053C6C"/>
                </a:solidFill>
                <a:latin typeface="Zurich BT" pitchFamily="34" charset="0"/>
              </a:defRPr>
            </a:lvl5pPr>
          </a:lstStyle>
          <a:p>
            <a:pPr lvl="0"/>
            <a:r>
              <a:rPr lang="en-US" dirty="0"/>
              <a:t>Text 1</a:t>
            </a:r>
          </a:p>
          <a:p>
            <a:pPr lvl="0"/>
            <a:r>
              <a:rPr lang="en-US" dirty="0"/>
              <a:t>Text 2</a:t>
            </a:r>
          </a:p>
          <a:p>
            <a:pPr lvl="1"/>
            <a:r>
              <a:rPr lang="en-US" dirty="0"/>
              <a:t>Text 3</a:t>
            </a:r>
          </a:p>
          <a:p>
            <a:pPr lvl="1"/>
            <a:endParaRPr lang="en-US" dirty="0"/>
          </a:p>
          <a:p>
            <a:pPr lvl="1"/>
            <a:endParaRPr lang="en-US" dirty="0"/>
          </a:p>
          <a:p>
            <a:pPr lvl="0"/>
            <a:endParaRPr lang="en-US" dirty="0"/>
          </a:p>
          <a:p>
            <a:pPr lvl="0"/>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Smart Art ">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rgbClr val="841917"/>
                </a:solidFill>
                <a:latin typeface="Zurich BT" panose="020B0603020202030204" pitchFamily="34" charset="0"/>
              </a:defRPr>
            </a:lvl1pPr>
          </a:lstStyle>
          <a:p>
            <a:pPr lvl="0"/>
            <a:r>
              <a:rPr lang="en-US" dirty="0"/>
              <a:t>Heading</a:t>
            </a:r>
          </a:p>
        </p:txBody>
      </p:sp>
      <p:sp>
        <p:nvSpPr>
          <p:cNvPr id="8" name="SmartArt Placeholder 12"/>
          <p:cNvSpPr>
            <a:spLocks noGrp="1"/>
          </p:cNvSpPr>
          <p:nvPr>
            <p:ph type="dgm" sz="quarter" idx="29" hasCustomPrompt="1"/>
          </p:nvPr>
        </p:nvSpPr>
        <p:spPr>
          <a:xfrm>
            <a:off x="6474818" y="1143007"/>
            <a:ext cx="5410800" cy="3581399"/>
          </a:xfrm>
          <a:prstGeom prst="rect">
            <a:avLst/>
          </a:prstGeom>
        </p:spPr>
        <p:txBody>
          <a:bodyPr lIns="91428" tIns="45715" rIns="91428" bIns="45715"/>
          <a:lstStyle>
            <a:lvl1pPr>
              <a:buNone/>
              <a:defRPr sz="2399">
                <a:solidFill>
                  <a:srgbClr val="053C6C"/>
                </a:solidFill>
                <a:latin typeface="Zurich BT" pitchFamily="34" charset="0"/>
              </a:defRPr>
            </a:lvl1pPr>
          </a:lstStyle>
          <a:p>
            <a:r>
              <a:rPr lang="en-US" dirty="0"/>
              <a:t>Smart Art Graphic</a:t>
            </a:r>
          </a:p>
        </p:txBody>
      </p:sp>
      <p:sp>
        <p:nvSpPr>
          <p:cNvPr id="9" name="Text Placeholder 9"/>
          <p:cNvSpPr>
            <a:spLocks noGrp="1"/>
          </p:cNvSpPr>
          <p:nvPr>
            <p:ph type="body" sz="quarter" idx="30" hasCustomPrompt="1"/>
          </p:nvPr>
        </p:nvSpPr>
        <p:spPr>
          <a:xfrm>
            <a:off x="227013" y="5029206"/>
            <a:ext cx="11658600" cy="914401"/>
          </a:xfrm>
          <a:prstGeom prst="rect">
            <a:avLst/>
          </a:prstGeom>
        </p:spPr>
        <p:txBody>
          <a:bodyPr lIns="91428" tIns="45715" rIns="91428" bIns="45715"/>
          <a:lstStyle>
            <a:lvl1pPr>
              <a:defRPr lang="en-US" sz="2000" kern="1200" dirty="0" smtClean="0">
                <a:solidFill>
                  <a:srgbClr val="053C6C"/>
                </a:solidFill>
                <a:latin typeface="Zurich BT" panose="020B0603020202030204" pitchFamily="34" charset="0"/>
                <a:ea typeface="+mn-ea"/>
                <a:cs typeface="+mn-cs"/>
              </a:defRPr>
            </a:lvl1pPr>
          </a:lstStyle>
          <a:p>
            <a:pPr lvl="0"/>
            <a:r>
              <a:rPr lang="en-US" dirty="0"/>
              <a:t>Sub Text</a:t>
            </a:r>
          </a:p>
          <a:p>
            <a:pPr lvl="0"/>
            <a:r>
              <a:rPr lang="en-US" dirty="0"/>
              <a:t>Sub Text</a:t>
            </a:r>
          </a:p>
        </p:txBody>
      </p:sp>
      <p:sp>
        <p:nvSpPr>
          <p:cNvPr id="10"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3"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
        <p:nvSpPr>
          <p:cNvPr id="11" name="Text Placeholder 17"/>
          <p:cNvSpPr>
            <a:spLocks noGrp="1"/>
          </p:cNvSpPr>
          <p:nvPr>
            <p:ph type="body" sz="quarter" idx="17" hasCustomPrompt="1"/>
          </p:nvPr>
        </p:nvSpPr>
        <p:spPr>
          <a:xfrm>
            <a:off x="201216" y="1143007"/>
            <a:ext cx="5359800" cy="3581399"/>
          </a:xfrm>
          <a:prstGeom prst="rect">
            <a:avLst/>
          </a:prstGeom>
        </p:spPr>
        <p:txBody>
          <a:bodyPr lIns="91428" tIns="45715" rIns="91428" bIns="45715"/>
          <a:lstStyle>
            <a:lvl1pPr>
              <a:buFont typeface="Arial" pitchFamily="34" charset="0"/>
              <a:buChar char="•"/>
              <a:defRPr sz="2399">
                <a:solidFill>
                  <a:srgbClr val="053C6C"/>
                </a:solidFill>
                <a:latin typeface="Zurich BT" pitchFamily="34" charset="0"/>
              </a:defRPr>
            </a:lvl1pPr>
            <a:lvl2pPr marL="687315" indent="-344450">
              <a:buFont typeface="Arial" pitchFamily="34" charset="0"/>
              <a:buChar char="•"/>
              <a:defRPr sz="2199">
                <a:solidFill>
                  <a:srgbClr val="053C6C"/>
                </a:solidFill>
                <a:latin typeface="Zurich BT" pitchFamily="34" charset="0"/>
              </a:defRPr>
            </a:lvl2pPr>
            <a:lvl3pPr>
              <a:defRPr sz="2399">
                <a:solidFill>
                  <a:srgbClr val="053C6C"/>
                </a:solidFill>
                <a:latin typeface="Zurich BT" pitchFamily="34" charset="0"/>
              </a:defRPr>
            </a:lvl3pPr>
            <a:lvl4pPr>
              <a:defRPr sz="2399">
                <a:solidFill>
                  <a:srgbClr val="053C6C"/>
                </a:solidFill>
                <a:latin typeface="Zurich BT" pitchFamily="34" charset="0"/>
              </a:defRPr>
            </a:lvl4pPr>
            <a:lvl5pPr>
              <a:defRPr sz="2399">
                <a:solidFill>
                  <a:srgbClr val="053C6C"/>
                </a:solidFill>
                <a:latin typeface="Zurich BT" pitchFamily="34" charset="0"/>
              </a:defRPr>
            </a:lvl5pPr>
          </a:lstStyle>
          <a:p>
            <a:pPr lvl="0"/>
            <a:r>
              <a:rPr lang="en-US" dirty="0"/>
              <a:t>Text 1</a:t>
            </a:r>
          </a:p>
          <a:p>
            <a:pPr lvl="0"/>
            <a:r>
              <a:rPr lang="en-US" dirty="0"/>
              <a:t>Text 2</a:t>
            </a:r>
          </a:p>
          <a:p>
            <a:pPr lvl="1"/>
            <a:r>
              <a:rPr lang="en-US" dirty="0"/>
              <a:t>Text 3</a:t>
            </a:r>
          </a:p>
          <a:p>
            <a:pPr lvl="1"/>
            <a:endParaRPr lang="en-US" dirty="0"/>
          </a:p>
          <a:p>
            <a:pPr lvl="1"/>
            <a:endParaRPr lang="en-US" dirty="0"/>
          </a:p>
          <a:p>
            <a:pPr lvl="0"/>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ngle Graph Slide">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rgbClr val="841917"/>
                </a:solidFill>
                <a:latin typeface="Zurich BT" panose="020B0603020202030204" pitchFamily="34" charset="0"/>
              </a:defRPr>
            </a:lvl1pPr>
          </a:lstStyle>
          <a:p>
            <a:pPr lvl="0"/>
            <a:r>
              <a:rPr lang="en-US" dirty="0"/>
              <a:t>Heading</a:t>
            </a:r>
          </a:p>
        </p:txBody>
      </p:sp>
      <p:sp>
        <p:nvSpPr>
          <p:cNvPr id="6" name="Text Placeholder 10"/>
          <p:cNvSpPr>
            <a:spLocks noGrp="1"/>
          </p:cNvSpPr>
          <p:nvPr>
            <p:ph type="body" sz="quarter" idx="15" hasCustomPrompt="1"/>
          </p:nvPr>
        </p:nvSpPr>
        <p:spPr>
          <a:xfrm>
            <a:off x="227016" y="1092201"/>
            <a:ext cx="4673600" cy="660400"/>
          </a:xfrm>
          <a:prstGeom prst="rect">
            <a:avLst/>
          </a:prstGeom>
        </p:spPr>
        <p:txBody>
          <a:bodyPr lIns="91428" tIns="45715" rIns="91428" bIns="45715"/>
          <a:lstStyle>
            <a:lvl1pPr marL="0" indent="0">
              <a:buNone/>
              <a:defRPr sz="2399" b="1">
                <a:solidFill>
                  <a:srgbClr val="053C6C"/>
                </a:solidFill>
                <a:latin typeface="Zurich BT" panose="020B0603020202030204" pitchFamily="34" charset="0"/>
              </a:defRPr>
            </a:lvl1pPr>
          </a:lstStyle>
          <a:p>
            <a:pPr lvl="0"/>
            <a:r>
              <a:rPr lang="en-US" dirty="0"/>
              <a:t>Text</a:t>
            </a:r>
          </a:p>
        </p:txBody>
      </p:sp>
      <p:sp>
        <p:nvSpPr>
          <p:cNvPr id="7" name="Chart Placeholder 5"/>
          <p:cNvSpPr>
            <a:spLocks noGrp="1"/>
          </p:cNvSpPr>
          <p:nvPr>
            <p:ph type="chart" sz="quarter" idx="16" hasCustomPrompt="1"/>
          </p:nvPr>
        </p:nvSpPr>
        <p:spPr>
          <a:xfrm>
            <a:off x="209023" y="2110319"/>
            <a:ext cx="11676590" cy="3376083"/>
          </a:xfrm>
          <a:prstGeom prst="rect">
            <a:avLst/>
          </a:prstGeom>
        </p:spPr>
        <p:txBody>
          <a:bodyPr lIns="91428" tIns="45715" rIns="91428" bIns="45715"/>
          <a:lstStyle>
            <a:lvl1pPr>
              <a:buNone/>
              <a:defRPr sz="2399">
                <a:solidFill>
                  <a:srgbClr val="053C6C"/>
                </a:solidFill>
                <a:latin typeface="Zurich BT" pitchFamily="34" charset="0"/>
              </a:defRPr>
            </a:lvl1pPr>
          </a:lstStyle>
          <a:p>
            <a:r>
              <a:rPr lang="en-US" dirty="0"/>
              <a:t>Chart </a:t>
            </a:r>
          </a:p>
        </p:txBody>
      </p:sp>
      <p:sp>
        <p:nvSpPr>
          <p:cNvPr id="9"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1"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Graph Slide">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rgbClr val="841917"/>
                </a:solidFill>
                <a:latin typeface="Zurich BT" panose="020B0603020202030204" pitchFamily="34" charset="0"/>
              </a:defRPr>
            </a:lvl1pPr>
          </a:lstStyle>
          <a:p>
            <a:pPr lvl="0"/>
            <a:r>
              <a:rPr lang="en-US" dirty="0"/>
              <a:t>Heading</a:t>
            </a:r>
          </a:p>
        </p:txBody>
      </p:sp>
      <p:sp>
        <p:nvSpPr>
          <p:cNvPr id="6" name="Chart Placeholder 3"/>
          <p:cNvSpPr>
            <a:spLocks noGrp="1"/>
          </p:cNvSpPr>
          <p:nvPr>
            <p:ph type="chart" sz="quarter" idx="29" hasCustomPrompt="1"/>
          </p:nvPr>
        </p:nvSpPr>
        <p:spPr>
          <a:xfrm>
            <a:off x="217693" y="1193788"/>
            <a:ext cx="5571926" cy="3951528"/>
          </a:xfrm>
          <a:prstGeom prst="rect">
            <a:avLst/>
          </a:prstGeom>
        </p:spPr>
        <p:txBody>
          <a:bodyPr lIns="91428" tIns="45715" rIns="91428" bIns="45715"/>
          <a:lstStyle>
            <a:lvl1pPr>
              <a:buNone/>
              <a:defRPr sz="2399">
                <a:solidFill>
                  <a:srgbClr val="053C6C"/>
                </a:solidFill>
                <a:latin typeface="Zurich BT" pitchFamily="34" charset="0"/>
              </a:defRPr>
            </a:lvl1pPr>
          </a:lstStyle>
          <a:p>
            <a:r>
              <a:rPr lang="en-US" dirty="0"/>
              <a:t>Chart</a:t>
            </a:r>
          </a:p>
        </p:txBody>
      </p:sp>
      <p:sp>
        <p:nvSpPr>
          <p:cNvPr id="7" name="Chart Placeholder 3"/>
          <p:cNvSpPr>
            <a:spLocks noGrp="1"/>
          </p:cNvSpPr>
          <p:nvPr>
            <p:ph type="chart" sz="quarter" idx="32" hasCustomPrompt="1"/>
          </p:nvPr>
        </p:nvSpPr>
        <p:spPr>
          <a:xfrm>
            <a:off x="6312815" y="1193793"/>
            <a:ext cx="5572800" cy="3951528"/>
          </a:xfrm>
          <a:prstGeom prst="rect">
            <a:avLst/>
          </a:prstGeom>
        </p:spPr>
        <p:txBody>
          <a:bodyPr lIns="91428" tIns="45715" rIns="91428" bIns="45715"/>
          <a:lstStyle>
            <a:lvl1pPr>
              <a:buNone/>
              <a:defRPr sz="2399">
                <a:solidFill>
                  <a:srgbClr val="053C6C"/>
                </a:solidFill>
                <a:latin typeface="Zurich BT" pitchFamily="34" charset="0"/>
              </a:defRPr>
            </a:lvl1pPr>
          </a:lstStyle>
          <a:p>
            <a:r>
              <a:rPr lang="en-US" dirty="0"/>
              <a:t>Chart</a:t>
            </a:r>
          </a:p>
        </p:txBody>
      </p:sp>
      <p:sp>
        <p:nvSpPr>
          <p:cNvPr id="12" name="Text Placeholder 12"/>
          <p:cNvSpPr>
            <a:spLocks noGrp="1"/>
          </p:cNvSpPr>
          <p:nvPr>
            <p:ph type="body" sz="quarter" idx="34" hasCustomPrompt="1"/>
          </p:nvPr>
        </p:nvSpPr>
        <p:spPr>
          <a:xfrm>
            <a:off x="6323015" y="5257808"/>
            <a:ext cx="5572800" cy="533399"/>
          </a:xfrm>
          <a:prstGeom prst="rect">
            <a:avLst/>
          </a:prstGeom>
          <a:solidFill>
            <a:srgbClr val="97291E"/>
          </a:solidFill>
        </p:spPr>
        <p:txBody>
          <a:bodyPr lIns="91428" tIns="45715" rIns="91428" bIns="45715" anchor="ctr">
            <a:noAutofit/>
          </a:bodyPr>
          <a:lstStyle>
            <a:lvl1pPr algn="ctr">
              <a:buNone/>
              <a:defRPr sz="1900" b="1">
                <a:solidFill>
                  <a:schemeClr val="bg1"/>
                </a:solidFill>
                <a:latin typeface="Zurich BT Roman"/>
                <a:cs typeface="Zurich BT Roman"/>
              </a:defRPr>
            </a:lvl1pPr>
          </a:lstStyle>
          <a:p>
            <a:pPr lvl="0"/>
            <a:r>
              <a:rPr lang="en-US" dirty="0"/>
              <a:t> Text</a:t>
            </a:r>
          </a:p>
        </p:txBody>
      </p:sp>
      <p:sp>
        <p:nvSpPr>
          <p:cNvPr id="13" name="Text Placeholder 12"/>
          <p:cNvSpPr>
            <a:spLocks noGrp="1"/>
          </p:cNvSpPr>
          <p:nvPr>
            <p:ph type="body" sz="quarter" idx="35" hasCustomPrompt="1"/>
          </p:nvPr>
        </p:nvSpPr>
        <p:spPr>
          <a:xfrm>
            <a:off x="199418" y="5257803"/>
            <a:ext cx="5572800" cy="457200"/>
          </a:xfrm>
          <a:prstGeom prst="rect">
            <a:avLst/>
          </a:prstGeom>
          <a:solidFill>
            <a:srgbClr val="E77817"/>
          </a:solidFill>
        </p:spPr>
        <p:txBody>
          <a:bodyPr lIns="91428" tIns="45715" rIns="91428" bIns="45715" anchor="ctr">
            <a:noAutofit/>
          </a:bodyPr>
          <a:lstStyle>
            <a:lvl1pPr algn="ctr">
              <a:buNone/>
              <a:defRPr sz="1900" b="1">
                <a:solidFill>
                  <a:schemeClr val="bg1"/>
                </a:solidFill>
                <a:latin typeface="Zurich BT Roman"/>
                <a:cs typeface="Zurich BT Roman"/>
              </a:defRPr>
            </a:lvl1pPr>
          </a:lstStyle>
          <a:p>
            <a:pPr lvl="0"/>
            <a:r>
              <a:rPr lang="en-US" dirty="0"/>
              <a:t>Text</a:t>
            </a:r>
          </a:p>
        </p:txBody>
      </p:sp>
      <p:sp>
        <p:nvSpPr>
          <p:cNvPr id="9"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4"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Table Slide">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203205" y="237073"/>
            <a:ext cx="11684000" cy="753533"/>
          </a:xfrm>
          <a:prstGeom prst="rect">
            <a:avLst/>
          </a:prstGeom>
        </p:spPr>
        <p:txBody>
          <a:bodyPr lIns="91428" tIns="45715" rIns="91428" bIns="45715"/>
          <a:lstStyle>
            <a:lvl1pPr marL="0" indent="0">
              <a:buNone/>
              <a:defRPr sz="3201" b="1">
                <a:solidFill>
                  <a:srgbClr val="97281D"/>
                </a:solidFill>
                <a:latin typeface="Zurich BT" panose="020B0603020202030204" pitchFamily="34" charset="0"/>
              </a:defRPr>
            </a:lvl1pPr>
          </a:lstStyle>
          <a:p>
            <a:pPr lvl="0"/>
            <a:r>
              <a:rPr lang="en-US" dirty="0"/>
              <a:t>Heading</a:t>
            </a:r>
          </a:p>
        </p:txBody>
      </p:sp>
      <p:sp>
        <p:nvSpPr>
          <p:cNvPr id="7" name="Table Placeholder 3"/>
          <p:cNvSpPr>
            <a:spLocks noGrp="1"/>
          </p:cNvSpPr>
          <p:nvPr>
            <p:ph type="tbl" sz="quarter" idx="27" hasCustomPrompt="1"/>
          </p:nvPr>
        </p:nvSpPr>
        <p:spPr>
          <a:xfrm>
            <a:off x="227015" y="1219203"/>
            <a:ext cx="11582400" cy="3585632"/>
          </a:xfrm>
          <a:prstGeom prst="rect">
            <a:avLst/>
          </a:prstGeom>
        </p:spPr>
        <p:txBody>
          <a:bodyPr lIns="91428" tIns="45715" rIns="91428" bIns="45715"/>
          <a:lstStyle>
            <a:lvl1pPr>
              <a:buNone/>
              <a:defRPr sz="1500">
                <a:solidFill>
                  <a:srgbClr val="053C6C"/>
                </a:solidFill>
                <a:latin typeface="Zurich BT" pitchFamily="34" charset="0"/>
              </a:defRPr>
            </a:lvl1pPr>
          </a:lstStyle>
          <a:p>
            <a:r>
              <a:rPr lang="en-US" dirty="0"/>
              <a:t>Table</a:t>
            </a:r>
          </a:p>
        </p:txBody>
      </p:sp>
      <p:sp>
        <p:nvSpPr>
          <p:cNvPr id="8" name="Text Placeholder 9"/>
          <p:cNvSpPr>
            <a:spLocks noGrp="1"/>
          </p:cNvSpPr>
          <p:nvPr>
            <p:ph type="body" sz="quarter" idx="29" hasCustomPrompt="1"/>
          </p:nvPr>
        </p:nvSpPr>
        <p:spPr>
          <a:xfrm>
            <a:off x="227020" y="5029206"/>
            <a:ext cx="11581201" cy="914401"/>
          </a:xfrm>
          <a:prstGeom prst="rect">
            <a:avLst/>
          </a:prstGeom>
        </p:spPr>
        <p:txBody>
          <a:bodyPr lIns="91428" tIns="45715" rIns="91428" bIns="45715"/>
          <a:lstStyle>
            <a:lvl1pPr>
              <a:defRPr lang="en-US" sz="2000" kern="1200" dirty="0" smtClean="0">
                <a:solidFill>
                  <a:srgbClr val="053C6C"/>
                </a:solidFill>
                <a:latin typeface="Zurich BT" panose="020B0603020202030204" pitchFamily="34" charset="0"/>
                <a:ea typeface="+mn-ea"/>
                <a:cs typeface="+mn-cs"/>
              </a:defRPr>
            </a:lvl1pPr>
          </a:lstStyle>
          <a:p>
            <a:pPr lvl="0"/>
            <a:r>
              <a:rPr lang="en-US" dirty="0"/>
              <a:t>Sub Text</a:t>
            </a:r>
          </a:p>
          <a:p>
            <a:pPr lvl="0"/>
            <a:r>
              <a:rPr lang="en-US" dirty="0"/>
              <a:t>Sub Text</a:t>
            </a:r>
          </a:p>
        </p:txBody>
      </p:sp>
      <p:sp>
        <p:nvSpPr>
          <p:cNvPr id="9"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2"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Slide">
    <p:spTree>
      <p:nvGrpSpPr>
        <p:cNvPr id="1" name=""/>
        <p:cNvGrpSpPr/>
        <p:nvPr/>
      </p:nvGrpSpPr>
      <p:grpSpPr>
        <a:xfrm>
          <a:off x="0" y="0"/>
          <a:ext cx="0" cy="0"/>
          <a:chOff x="0" y="0"/>
          <a:chExt cx="0" cy="0"/>
        </a:xfrm>
      </p:grpSpPr>
      <p:sp>
        <p:nvSpPr>
          <p:cNvPr id="33" name="Text Placeholder 2"/>
          <p:cNvSpPr>
            <a:spLocks noGrp="1"/>
          </p:cNvSpPr>
          <p:nvPr>
            <p:ph type="body" sz="quarter" idx="12" hasCustomPrompt="1"/>
          </p:nvPr>
        </p:nvSpPr>
        <p:spPr>
          <a:xfrm>
            <a:off x="203205" y="237070"/>
            <a:ext cx="11684000" cy="753533"/>
          </a:xfrm>
          <a:prstGeom prst="rect">
            <a:avLst/>
          </a:prstGeom>
        </p:spPr>
        <p:txBody>
          <a:bodyPr lIns="91428" tIns="45715" rIns="91428" bIns="45715"/>
          <a:lstStyle>
            <a:lvl1pPr marL="0" indent="0">
              <a:buNone/>
              <a:defRPr sz="3201" b="1">
                <a:solidFill>
                  <a:schemeClr val="accent2"/>
                </a:solidFill>
                <a:latin typeface="Zurich BT" panose="020B0603020202030204" pitchFamily="34" charset="0"/>
              </a:defRPr>
            </a:lvl1pPr>
          </a:lstStyle>
          <a:p>
            <a:pPr lvl="0"/>
            <a:r>
              <a:rPr lang="en-US" dirty="0"/>
              <a:t>Heading</a:t>
            </a:r>
          </a:p>
        </p:txBody>
      </p:sp>
      <p:sp>
        <p:nvSpPr>
          <p:cNvPr id="5" name="SmartArt Placeholder 4"/>
          <p:cNvSpPr>
            <a:spLocks noGrp="1"/>
          </p:cNvSpPr>
          <p:nvPr>
            <p:ph type="dgm" sz="quarter" idx="13" hasCustomPrompt="1"/>
          </p:nvPr>
        </p:nvSpPr>
        <p:spPr>
          <a:xfrm>
            <a:off x="200019" y="1295403"/>
            <a:ext cx="11685600" cy="4363156"/>
          </a:xfrm>
          <a:prstGeom prst="rect">
            <a:avLst/>
          </a:prstGeom>
        </p:spPr>
        <p:txBody>
          <a:bodyPr vert="horz" lIns="91428" tIns="45715" rIns="91428" bIns="45715"/>
          <a:lstStyle>
            <a:lvl1pPr marL="0" indent="0">
              <a:buNone/>
              <a:defRPr lang="en-US" sz="2399" b="1" kern="1200" dirty="0">
                <a:solidFill>
                  <a:srgbClr val="053C6C"/>
                </a:solidFill>
                <a:latin typeface="Zurich BT" panose="020B0603020202030204" pitchFamily="34" charset="0"/>
                <a:ea typeface="+mn-ea"/>
                <a:cs typeface="+mn-cs"/>
              </a:defRPr>
            </a:lvl1pPr>
          </a:lstStyle>
          <a:p>
            <a:r>
              <a:rPr lang="en-US" dirty="0"/>
              <a:t>Smart Art Graphic</a:t>
            </a:r>
          </a:p>
        </p:txBody>
      </p:sp>
      <p:sp>
        <p:nvSpPr>
          <p:cNvPr id="6"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9"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extLst>
      <p:ext uri="{BB962C8B-B14F-4D97-AF65-F5344CB8AC3E}">
        <p14:creationId xmlns:p14="http://schemas.microsoft.com/office/powerpoint/2010/main" val="2864167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pact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45" y="8"/>
            <a:ext cx="12200058" cy="6865201"/>
          </a:xfrm>
          <a:prstGeom prst="rect">
            <a:avLst/>
          </a:prstGeom>
        </p:spPr>
      </p:pic>
      <p:sp>
        <p:nvSpPr>
          <p:cNvPr id="10" name="Picture Placeholder 2"/>
          <p:cNvSpPr>
            <a:spLocks noGrp="1"/>
          </p:cNvSpPr>
          <p:nvPr>
            <p:ph type="pic" sz="quarter" idx="10" hasCustomPrompt="1"/>
          </p:nvPr>
        </p:nvSpPr>
        <p:spPr>
          <a:xfrm>
            <a:off x="6" y="8"/>
            <a:ext cx="12196800" cy="6865201"/>
          </a:xfrm>
          <a:custGeom>
            <a:avLst/>
            <a:gdLst>
              <a:gd name="connsiteX0" fmla="*/ 0 w 12188825"/>
              <a:gd name="connsiteY0" fmla="*/ 0 h 6858000"/>
              <a:gd name="connsiteX1" fmla="*/ 12188825 w 12188825"/>
              <a:gd name="connsiteY1" fmla="*/ 0 h 6858000"/>
              <a:gd name="connsiteX2" fmla="*/ 12188825 w 12188825"/>
              <a:gd name="connsiteY2" fmla="*/ 6858000 h 6858000"/>
              <a:gd name="connsiteX3" fmla="*/ 0 w 12188825"/>
              <a:gd name="connsiteY3" fmla="*/ 6858000 h 6858000"/>
              <a:gd name="connsiteX4" fmla="*/ 0 w 12188825"/>
              <a:gd name="connsiteY4"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801350 w 12188825"/>
              <a:gd name="connsiteY3" fmla="*/ 6848475 h 6858000"/>
              <a:gd name="connsiteX4" fmla="*/ 0 w 12188825"/>
              <a:gd name="connsiteY4" fmla="*/ 6858000 h 6858000"/>
              <a:gd name="connsiteX5" fmla="*/ 0 w 12188825"/>
              <a:gd name="connsiteY5"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801350 w 12188825"/>
              <a:gd name="connsiteY3" fmla="*/ 6848475 h 6858000"/>
              <a:gd name="connsiteX4" fmla="*/ 0 w 12188825"/>
              <a:gd name="connsiteY4" fmla="*/ 6858000 h 6858000"/>
              <a:gd name="connsiteX5" fmla="*/ 0 w 12188825"/>
              <a:gd name="connsiteY5"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829925 w 12188825"/>
              <a:gd name="connsiteY3" fmla="*/ 6134100 h 6858000"/>
              <a:gd name="connsiteX4" fmla="*/ 0 w 12188825"/>
              <a:gd name="connsiteY4" fmla="*/ 6858000 h 6858000"/>
              <a:gd name="connsiteX5" fmla="*/ 0 w 12188825"/>
              <a:gd name="connsiteY5"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1382375 w 12188825"/>
              <a:gd name="connsiteY3" fmla="*/ 6419850 h 6858000"/>
              <a:gd name="connsiteX4" fmla="*/ 10829925 w 12188825"/>
              <a:gd name="connsiteY4" fmla="*/ 6134100 h 6858000"/>
              <a:gd name="connsiteX5" fmla="*/ 0 w 12188825"/>
              <a:gd name="connsiteY5" fmla="*/ 6858000 h 6858000"/>
              <a:gd name="connsiteX6" fmla="*/ 0 w 12188825"/>
              <a:gd name="connsiteY6"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1382375 w 12188825"/>
              <a:gd name="connsiteY3" fmla="*/ 6419850 h 6858000"/>
              <a:gd name="connsiteX4" fmla="*/ 11382375 w 12188825"/>
              <a:gd name="connsiteY4" fmla="*/ 6419850 h 6858000"/>
              <a:gd name="connsiteX5" fmla="*/ 10829925 w 12188825"/>
              <a:gd name="connsiteY5" fmla="*/ 6134100 h 6858000"/>
              <a:gd name="connsiteX6" fmla="*/ 0 w 12188825"/>
              <a:gd name="connsiteY6" fmla="*/ 6858000 h 6858000"/>
              <a:gd name="connsiteX7" fmla="*/ 0 w 12188825"/>
              <a:gd name="connsiteY7" fmla="*/ 0 h 6858000"/>
              <a:gd name="connsiteX0" fmla="*/ 0 w 12188825"/>
              <a:gd name="connsiteY0" fmla="*/ 0 h 6877050"/>
              <a:gd name="connsiteX1" fmla="*/ 12188825 w 12188825"/>
              <a:gd name="connsiteY1" fmla="*/ 0 h 6877050"/>
              <a:gd name="connsiteX2" fmla="*/ 12188825 w 12188825"/>
              <a:gd name="connsiteY2" fmla="*/ 6858000 h 6877050"/>
              <a:gd name="connsiteX3" fmla="*/ 11382375 w 12188825"/>
              <a:gd name="connsiteY3" fmla="*/ 6419850 h 6877050"/>
              <a:gd name="connsiteX4" fmla="*/ 10763250 w 12188825"/>
              <a:gd name="connsiteY4" fmla="*/ 6877050 h 6877050"/>
              <a:gd name="connsiteX5" fmla="*/ 10829925 w 12188825"/>
              <a:gd name="connsiteY5" fmla="*/ 6134100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1353800 w 12188825"/>
              <a:gd name="connsiteY3" fmla="*/ 6838950 h 6877050"/>
              <a:gd name="connsiteX4" fmla="*/ 10763250 w 12188825"/>
              <a:gd name="connsiteY4" fmla="*/ 6877050 h 6877050"/>
              <a:gd name="connsiteX5" fmla="*/ 10829925 w 12188825"/>
              <a:gd name="connsiteY5" fmla="*/ 6134100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10829925 w 12188825"/>
              <a:gd name="connsiteY4" fmla="*/ 6134100 h 6877050"/>
              <a:gd name="connsiteX5" fmla="*/ 0 w 12188825"/>
              <a:gd name="connsiteY5" fmla="*/ 6858000 h 6877050"/>
              <a:gd name="connsiteX6" fmla="*/ 0 w 12188825"/>
              <a:gd name="connsiteY6"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0 w 12188825"/>
              <a:gd name="connsiteY5" fmla="*/ 6858000 h 6877050"/>
              <a:gd name="connsiteX6" fmla="*/ 0 w 12188825"/>
              <a:gd name="connsiteY6"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09875 w 12188825"/>
              <a:gd name="connsiteY5" fmla="*/ 6858000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09875 w 12188825"/>
              <a:gd name="connsiteY5" fmla="*/ 6858000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52329 w 12188825"/>
              <a:gd name="connsiteY5" fmla="*/ 6854734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52329 w 12188825"/>
              <a:gd name="connsiteY5" fmla="*/ 6854734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52329 w 12188825"/>
              <a:gd name="connsiteY5" fmla="*/ 6854734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52329 w 12188825"/>
              <a:gd name="connsiteY5" fmla="*/ 6854734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52329 w 12188825"/>
              <a:gd name="connsiteY5" fmla="*/ 6854734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52329 w 12188825"/>
              <a:gd name="connsiteY5" fmla="*/ 6854734 h 6877050"/>
              <a:gd name="connsiteX6" fmla="*/ 0 w 12188825"/>
              <a:gd name="connsiteY6" fmla="*/ 6858000 h 6877050"/>
              <a:gd name="connsiteX7" fmla="*/ 0 w 12188825"/>
              <a:gd name="connsiteY7" fmla="*/ 0 h 6877050"/>
              <a:gd name="connsiteX0" fmla="*/ 0 w 12188825"/>
              <a:gd name="connsiteY0" fmla="*/ 0 h 6877050"/>
              <a:gd name="connsiteX1" fmla="*/ 12188825 w 12188825"/>
              <a:gd name="connsiteY1" fmla="*/ 0 h 6877050"/>
              <a:gd name="connsiteX2" fmla="*/ 12188825 w 12188825"/>
              <a:gd name="connsiteY2" fmla="*/ 6858000 h 6877050"/>
              <a:gd name="connsiteX3" fmla="*/ 10763250 w 12188825"/>
              <a:gd name="connsiteY3" fmla="*/ 6877050 h 6877050"/>
              <a:gd name="connsiteX4" fmla="*/ 9324975 w 12188825"/>
              <a:gd name="connsiteY4" fmla="*/ 1524000 h 6877050"/>
              <a:gd name="connsiteX5" fmla="*/ 2852329 w 12188825"/>
              <a:gd name="connsiteY5" fmla="*/ 6854734 h 6877050"/>
              <a:gd name="connsiteX6" fmla="*/ 0 w 12188825"/>
              <a:gd name="connsiteY6" fmla="*/ 6858000 h 6877050"/>
              <a:gd name="connsiteX7" fmla="*/ 0 w 12188825"/>
              <a:gd name="connsiteY7" fmla="*/ 0 h 687705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9324975 w 12188825"/>
              <a:gd name="connsiteY4" fmla="*/ 1524000 h 6858000"/>
              <a:gd name="connsiteX5" fmla="*/ 2852329 w 12188825"/>
              <a:gd name="connsiteY5" fmla="*/ 6854734 h 6858000"/>
              <a:gd name="connsiteX6" fmla="*/ 0 w 12188825"/>
              <a:gd name="connsiteY6" fmla="*/ 6858000 h 6858000"/>
              <a:gd name="connsiteX7" fmla="*/ 0 w 12188825"/>
              <a:gd name="connsiteY7"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9324975 w 12188825"/>
              <a:gd name="connsiteY4" fmla="*/ 1524000 h 6858000"/>
              <a:gd name="connsiteX5" fmla="*/ 2852329 w 12188825"/>
              <a:gd name="connsiteY5" fmla="*/ 6854734 h 6858000"/>
              <a:gd name="connsiteX6" fmla="*/ 0 w 12188825"/>
              <a:gd name="connsiteY6" fmla="*/ 6858000 h 6858000"/>
              <a:gd name="connsiteX7" fmla="*/ 0 w 12188825"/>
              <a:gd name="connsiteY7"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201400 w 12188825"/>
              <a:gd name="connsiteY4" fmla="*/ 603885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10950 w 12188825"/>
              <a:gd name="connsiteY4" fmla="*/ 47625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10950 w 12188825"/>
              <a:gd name="connsiteY4" fmla="*/ 47625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24975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72600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72600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72600 w 12188825"/>
              <a:gd name="connsiteY5" fmla="*/ 1524000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496675 w 12188825"/>
              <a:gd name="connsiteY4" fmla="*/ 4648200 h 6858000"/>
              <a:gd name="connsiteX5" fmla="*/ 9363075 w 12188825"/>
              <a:gd name="connsiteY5" fmla="*/ 1743075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753725 w 12188825"/>
              <a:gd name="connsiteY3" fmla="*/ 6858000 h 6858000"/>
              <a:gd name="connsiteX4" fmla="*/ 11334750 w 12188825"/>
              <a:gd name="connsiteY4" fmla="*/ 4733925 h 6858000"/>
              <a:gd name="connsiteX5" fmla="*/ 9363075 w 12188825"/>
              <a:gd name="connsiteY5" fmla="*/ 1743075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58000"/>
              <a:gd name="connsiteX1" fmla="*/ 12188825 w 12188825"/>
              <a:gd name="connsiteY1" fmla="*/ 0 h 6858000"/>
              <a:gd name="connsiteX2" fmla="*/ 12188825 w 12188825"/>
              <a:gd name="connsiteY2" fmla="*/ 6858000 h 6858000"/>
              <a:gd name="connsiteX3" fmla="*/ 10620375 w 12188825"/>
              <a:gd name="connsiteY3" fmla="*/ 6838950 h 6858000"/>
              <a:gd name="connsiteX4" fmla="*/ 11334750 w 12188825"/>
              <a:gd name="connsiteY4" fmla="*/ 4733925 h 6858000"/>
              <a:gd name="connsiteX5" fmla="*/ 9363075 w 12188825"/>
              <a:gd name="connsiteY5" fmla="*/ 1743075 h 6858000"/>
              <a:gd name="connsiteX6" fmla="*/ 2852329 w 12188825"/>
              <a:gd name="connsiteY6" fmla="*/ 6854734 h 6858000"/>
              <a:gd name="connsiteX7" fmla="*/ 0 w 12188825"/>
              <a:gd name="connsiteY7" fmla="*/ 6858000 h 6858000"/>
              <a:gd name="connsiteX8" fmla="*/ 0 w 12188825"/>
              <a:gd name="connsiteY8" fmla="*/ 0 h 6858000"/>
              <a:gd name="connsiteX0" fmla="*/ 0 w 12188825"/>
              <a:gd name="connsiteY0" fmla="*/ 0 h 6864259"/>
              <a:gd name="connsiteX1" fmla="*/ 12188825 w 12188825"/>
              <a:gd name="connsiteY1" fmla="*/ 0 h 6864259"/>
              <a:gd name="connsiteX2" fmla="*/ 12188825 w 12188825"/>
              <a:gd name="connsiteY2" fmla="*/ 6858000 h 6864259"/>
              <a:gd name="connsiteX3" fmla="*/ 10620375 w 12188825"/>
              <a:gd name="connsiteY3" fmla="*/ 6838950 h 6864259"/>
              <a:gd name="connsiteX4" fmla="*/ 11334750 w 12188825"/>
              <a:gd name="connsiteY4" fmla="*/ 4733925 h 6864259"/>
              <a:gd name="connsiteX5" fmla="*/ 9363075 w 12188825"/>
              <a:gd name="connsiteY5" fmla="*/ 1743075 h 6864259"/>
              <a:gd name="connsiteX6" fmla="*/ 3176179 w 12188825"/>
              <a:gd name="connsiteY6" fmla="*/ 6864259 h 6864259"/>
              <a:gd name="connsiteX7" fmla="*/ 0 w 12188825"/>
              <a:gd name="connsiteY7" fmla="*/ 6858000 h 6864259"/>
              <a:gd name="connsiteX8" fmla="*/ 0 w 12188825"/>
              <a:gd name="connsiteY8" fmla="*/ 0 h 6864259"/>
              <a:gd name="connsiteX0" fmla="*/ 0 w 12188825"/>
              <a:gd name="connsiteY0" fmla="*/ 0 h 6864259"/>
              <a:gd name="connsiteX1" fmla="*/ 12188825 w 12188825"/>
              <a:gd name="connsiteY1" fmla="*/ 0 h 6864259"/>
              <a:gd name="connsiteX2" fmla="*/ 12188825 w 12188825"/>
              <a:gd name="connsiteY2" fmla="*/ 6858000 h 6864259"/>
              <a:gd name="connsiteX3" fmla="*/ 10620375 w 12188825"/>
              <a:gd name="connsiteY3" fmla="*/ 6838950 h 6864259"/>
              <a:gd name="connsiteX4" fmla="*/ 11334750 w 12188825"/>
              <a:gd name="connsiteY4" fmla="*/ 4733925 h 6864259"/>
              <a:gd name="connsiteX5" fmla="*/ 9363075 w 12188825"/>
              <a:gd name="connsiteY5" fmla="*/ 1743075 h 6864259"/>
              <a:gd name="connsiteX6" fmla="*/ 3176179 w 12188825"/>
              <a:gd name="connsiteY6" fmla="*/ 6864259 h 6864259"/>
              <a:gd name="connsiteX7" fmla="*/ 0 w 12188825"/>
              <a:gd name="connsiteY7" fmla="*/ 6858000 h 6864259"/>
              <a:gd name="connsiteX8" fmla="*/ 0 w 12188825"/>
              <a:gd name="connsiteY8" fmla="*/ 0 h 6864259"/>
              <a:gd name="connsiteX0" fmla="*/ 0 w 12188825"/>
              <a:gd name="connsiteY0" fmla="*/ 0 h 6864259"/>
              <a:gd name="connsiteX1" fmla="*/ 12188825 w 12188825"/>
              <a:gd name="connsiteY1" fmla="*/ 0 h 6864259"/>
              <a:gd name="connsiteX2" fmla="*/ 12188825 w 12188825"/>
              <a:gd name="connsiteY2" fmla="*/ 6858000 h 6864259"/>
              <a:gd name="connsiteX3" fmla="*/ 10620375 w 12188825"/>
              <a:gd name="connsiteY3" fmla="*/ 6838950 h 6864259"/>
              <a:gd name="connsiteX4" fmla="*/ 11334750 w 12188825"/>
              <a:gd name="connsiteY4" fmla="*/ 4733925 h 6864259"/>
              <a:gd name="connsiteX5" fmla="*/ 9363075 w 12188825"/>
              <a:gd name="connsiteY5" fmla="*/ 1743075 h 6864259"/>
              <a:gd name="connsiteX6" fmla="*/ 3176179 w 12188825"/>
              <a:gd name="connsiteY6" fmla="*/ 6864259 h 6864259"/>
              <a:gd name="connsiteX7" fmla="*/ 0 w 12188825"/>
              <a:gd name="connsiteY7" fmla="*/ 6858000 h 6864259"/>
              <a:gd name="connsiteX8" fmla="*/ 0 w 12188825"/>
              <a:gd name="connsiteY8" fmla="*/ 0 h 6864259"/>
              <a:gd name="connsiteX0" fmla="*/ 0 w 12188825"/>
              <a:gd name="connsiteY0" fmla="*/ 0 h 6867525"/>
              <a:gd name="connsiteX1" fmla="*/ 12188825 w 12188825"/>
              <a:gd name="connsiteY1" fmla="*/ 0 h 6867525"/>
              <a:gd name="connsiteX2" fmla="*/ 12188825 w 12188825"/>
              <a:gd name="connsiteY2" fmla="*/ 6858000 h 6867525"/>
              <a:gd name="connsiteX3" fmla="*/ 10534650 w 12188825"/>
              <a:gd name="connsiteY3" fmla="*/ 6867525 h 6867525"/>
              <a:gd name="connsiteX4" fmla="*/ 11334750 w 12188825"/>
              <a:gd name="connsiteY4" fmla="*/ 4733925 h 6867525"/>
              <a:gd name="connsiteX5" fmla="*/ 9363075 w 12188825"/>
              <a:gd name="connsiteY5" fmla="*/ 1743075 h 6867525"/>
              <a:gd name="connsiteX6" fmla="*/ 3176179 w 12188825"/>
              <a:gd name="connsiteY6" fmla="*/ 6864259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534650 w 12188825"/>
              <a:gd name="connsiteY3" fmla="*/ 6867525 h 6867525"/>
              <a:gd name="connsiteX4" fmla="*/ 11334750 w 12188825"/>
              <a:gd name="connsiteY4" fmla="*/ 4733925 h 6867525"/>
              <a:gd name="connsiteX5" fmla="*/ 9582122 w 12188825"/>
              <a:gd name="connsiteY5" fmla="*/ 1561848 h 6867525"/>
              <a:gd name="connsiteX6" fmla="*/ 3176179 w 12188825"/>
              <a:gd name="connsiteY6" fmla="*/ 6864259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334750 w 12188825"/>
              <a:gd name="connsiteY4" fmla="*/ 4733925 h 6867525"/>
              <a:gd name="connsiteX5" fmla="*/ 9582122 w 12188825"/>
              <a:gd name="connsiteY5" fmla="*/ 1561848 h 6867525"/>
              <a:gd name="connsiteX6" fmla="*/ 3176179 w 12188825"/>
              <a:gd name="connsiteY6" fmla="*/ 6864259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334750 w 12188825"/>
              <a:gd name="connsiteY4" fmla="*/ 4733925 h 6867525"/>
              <a:gd name="connsiteX5" fmla="*/ 9582122 w 12188825"/>
              <a:gd name="connsiteY5" fmla="*/ 1561848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334750 w 12188825"/>
              <a:gd name="connsiteY4" fmla="*/ 4733925 h 6867525"/>
              <a:gd name="connsiteX5" fmla="*/ 8924983 w 12188825"/>
              <a:gd name="connsiteY5" fmla="*/ 1561848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924983 w 12188825"/>
              <a:gd name="connsiteY5" fmla="*/ 1561848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372600 w 12188825"/>
              <a:gd name="connsiteY5" fmla="*/ 1685845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372600 w 12188825"/>
              <a:gd name="connsiteY5" fmla="*/ 1685845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2842848 w 12188825"/>
              <a:gd name="connsiteY6" fmla="*/ 6854721 h 6867525"/>
              <a:gd name="connsiteX7" fmla="*/ 0 w 12188825"/>
              <a:gd name="connsiteY7" fmla="*/ 6858000 h 6867525"/>
              <a:gd name="connsiteX8" fmla="*/ 0 w 12188825"/>
              <a:gd name="connsiteY8"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2842848 w 12188825"/>
              <a:gd name="connsiteY7" fmla="*/ 6854721 h 6867525"/>
              <a:gd name="connsiteX8" fmla="*/ 0 w 12188825"/>
              <a:gd name="connsiteY8" fmla="*/ 6858000 h 6867525"/>
              <a:gd name="connsiteX9" fmla="*/ 0 w 12188825"/>
              <a:gd name="connsiteY9"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2842848 w 12188825"/>
              <a:gd name="connsiteY7" fmla="*/ 6854721 h 6867525"/>
              <a:gd name="connsiteX8" fmla="*/ 0 w 12188825"/>
              <a:gd name="connsiteY8" fmla="*/ 6858000 h 6867525"/>
              <a:gd name="connsiteX9" fmla="*/ 0 w 12188825"/>
              <a:gd name="connsiteY9"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2842848 w 12188825"/>
              <a:gd name="connsiteY7" fmla="*/ 6854721 h 6867525"/>
              <a:gd name="connsiteX8" fmla="*/ 0 w 12188825"/>
              <a:gd name="connsiteY8" fmla="*/ 6858000 h 6867525"/>
              <a:gd name="connsiteX9" fmla="*/ 0 w 12188825"/>
              <a:gd name="connsiteY9"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11084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10695 w 12188825"/>
              <a:gd name="connsiteY5" fmla="*/ 154277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77361 w 12188825"/>
              <a:gd name="connsiteY5" fmla="*/ 1523696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77361 w 12188825"/>
              <a:gd name="connsiteY5" fmla="*/ 1523696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515456 w 12188825"/>
              <a:gd name="connsiteY5" fmla="*/ 1542773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515456 w 12188825"/>
              <a:gd name="connsiteY5" fmla="*/ 1542773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515456 w 12188825"/>
              <a:gd name="connsiteY5" fmla="*/ 1542773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391647 w 12188825"/>
              <a:gd name="connsiteY5" fmla="*/ 1542773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48790 w 12188825"/>
              <a:gd name="connsiteY5" fmla="*/ 1542773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67837 w 12188825"/>
              <a:gd name="connsiteY5" fmla="*/ 149508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67837 w 12188825"/>
              <a:gd name="connsiteY5" fmla="*/ 149508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467837 w 12188825"/>
              <a:gd name="connsiteY5" fmla="*/ 149508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391647 w 12188825"/>
              <a:gd name="connsiteY5" fmla="*/ 149508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391647 w 12188825"/>
              <a:gd name="connsiteY5" fmla="*/ 149508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9391647 w 12188825"/>
              <a:gd name="connsiteY5" fmla="*/ 1495082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477367 w 12188825"/>
              <a:gd name="connsiteY5" fmla="*/ 1619079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477367 w 12188825"/>
              <a:gd name="connsiteY5" fmla="*/ 1619079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67525"/>
              <a:gd name="connsiteX1" fmla="*/ 12188825 w 12188825"/>
              <a:gd name="connsiteY1" fmla="*/ 0 h 6867525"/>
              <a:gd name="connsiteX2" fmla="*/ 12188825 w 12188825"/>
              <a:gd name="connsiteY2" fmla="*/ 6858000 h 6867525"/>
              <a:gd name="connsiteX3" fmla="*/ 10763221 w 12188825"/>
              <a:gd name="connsiteY3" fmla="*/ 6867525 h 6867525"/>
              <a:gd name="connsiteX4" fmla="*/ 11506178 w 12188825"/>
              <a:gd name="connsiteY4" fmla="*/ 4609928 h 6867525"/>
              <a:gd name="connsiteX5" fmla="*/ 8591653 w 12188825"/>
              <a:gd name="connsiteY5" fmla="*/ 1590464 h 6867525"/>
              <a:gd name="connsiteX6" fmla="*/ 5201560 w 12188825"/>
              <a:gd name="connsiteY6" fmla="*/ 3490991 h 6867525"/>
              <a:gd name="connsiteX7" fmla="*/ 3753949 w 12188825"/>
              <a:gd name="connsiteY7" fmla="*/ 5150643 h 6867525"/>
              <a:gd name="connsiteX8" fmla="*/ 2842848 w 12188825"/>
              <a:gd name="connsiteY8" fmla="*/ 6854721 h 6867525"/>
              <a:gd name="connsiteX9" fmla="*/ 0 w 12188825"/>
              <a:gd name="connsiteY9" fmla="*/ 6858000 h 6867525"/>
              <a:gd name="connsiteX10" fmla="*/ 0 w 12188825"/>
              <a:gd name="connsiteY10" fmla="*/ 0 h 6867525"/>
              <a:gd name="connsiteX0" fmla="*/ 0 w 12188825"/>
              <a:gd name="connsiteY0" fmla="*/ 0 h 6877063"/>
              <a:gd name="connsiteX1" fmla="*/ 12188825 w 12188825"/>
              <a:gd name="connsiteY1" fmla="*/ 0 h 6877063"/>
              <a:gd name="connsiteX2" fmla="*/ 12188825 w 12188825"/>
              <a:gd name="connsiteY2" fmla="*/ 6858000 h 6877063"/>
              <a:gd name="connsiteX3" fmla="*/ 10763221 w 12188825"/>
              <a:gd name="connsiteY3" fmla="*/ 6877063 h 6877063"/>
              <a:gd name="connsiteX4" fmla="*/ 11506178 w 12188825"/>
              <a:gd name="connsiteY4" fmla="*/ 4609928 h 6877063"/>
              <a:gd name="connsiteX5" fmla="*/ 8591653 w 12188825"/>
              <a:gd name="connsiteY5" fmla="*/ 1590464 h 6877063"/>
              <a:gd name="connsiteX6" fmla="*/ 5201560 w 12188825"/>
              <a:gd name="connsiteY6" fmla="*/ 3490991 h 6877063"/>
              <a:gd name="connsiteX7" fmla="*/ 3753949 w 12188825"/>
              <a:gd name="connsiteY7" fmla="*/ 5150643 h 6877063"/>
              <a:gd name="connsiteX8" fmla="*/ 2842848 w 12188825"/>
              <a:gd name="connsiteY8" fmla="*/ 6854721 h 6877063"/>
              <a:gd name="connsiteX9" fmla="*/ 0 w 12188825"/>
              <a:gd name="connsiteY9" fmla="*/ 6858000 h 6877063"/>
              <a:gd name="connsiteX10" fmla="*/ 0 w 12188825"/>
              <a:gd name="connsiteY10"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63221 w 12188825"/>
              <a:gd name="connsiteY3" fmla="*/ 6877063 h 6877063"/>
              <a:gd name="connsiteX4" fmla="*/ 11506178 w 12188825"/>
              <a:gd name="connsiteY4" fmla="*/ 4609928 h 6877063"/>
              <a:gd name="connsiteX5" fmla="*/ 8591653 w 12188825"/>
              <a:gd name="connsiteY5" fmla="*/ 1590464 h 6877063"/>
              <a:gd name="connsiteX6" fmla="*/ 5201560 w 12188825"/>
              <a:gd name="connsiteY6" fmla="*/ 3490991 h 6877063"/>
              <a:gd name="connsiteX7" fmla="*/ 3753949 w 12188825"/>
              <a:gd name="connsiteY7" fmla="*/ 5150643 h 6877063"/>
              <a:gd name="connsiteX8" fmla="*/ 2842848 w 12188825"/>
              <a:gd name="connsiteY8" fmla="*/ 6854721 h 6877063"/>
              <a:gd name="connsiteX9" fmla="*/ 0 w 12188825"/>
              <a:gd name="connsiteY9" fmla="*/ 6858000 h 6877063"/>
              <a:gd name="connsiteX10" fmla="*/ 0 w 12188825"/>
              <a:gd name="connsiteY10"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63221 w 12188825"/>
              <a:gd name="connsiteY3" fmla="*/ 6877063 h 6877063"/>
              <a:gd name="connsiteX4" fmla="*/ 11506178 w 12188825"/>
              <a:gd name="connsiteY4" fmla="*/ 4609928 h 6877063"/>
              <a:gd name="connsiteX5" fmla="*/ 8591653 w 12188825"/>
              <a:gd name="connsiteY5" fmla="*/ 1590464 h 6877063"/>
              <a:gd name="connsiteX6" fmla="*/ 5201560 w 12188825"/>
              <a:gd name="connsiteY6" fmla="*/ 3490991 h 6877063"/>
              <a:gd name="connsiteX7" fmla="*/ 3753949 w 12188825"/>
              <a:gd name="connsiteY7" fmla="*/ 5150643 h 6877063"/>
              <a:gd name="connsiteX8" fmla="*/ 2842848 w 12188825"/>
              <a:gd name="connsiteY8" fmla="*/ 6854721 h 6877063"/>
              <a:gd name="connsiteX9" fmla="*/ 0 w 12188825"/>
              <a:gd name="connsiteY9" fmla="*/ 6858000 h 6877063"/>
              <a:gd name="connsiteX10" fmla="*/ 0 w 12188825"/>
              <a:gd name="connsiteY10" fmla="*/ 0 h 6877063"/>
              <a:gd name="connsiteX0" fmla="*/ 0 w 12188825"/>
              <a:gd name="connsiteY0" fmla="*/ 0 h 6896139"/>
              <a:gd name="connsiteX1" fmla="*/ 12188825 w 12188825"/>
              <a:gd name="connsiteY1" fmla="*/ 0 h 6896139"/>
              <a:gd name="connsiteX2" fmla="*/ 12188825 w 12188825"/>
              <a:gd name="connsiteY2" fmla="*/ 6858000 h 6896139"/>
              <a:gd name="connsiteX3" fmla="*/ 10725126 w 12188825"/>
              <a:gd name="connsiteY3" fmla="*/ 6896139 h 6896139"/>
              <a:gd name="connsiteX4" fmla="*/ 11506178 w 12188825"/>
              <a:gd name="connsiteY4" fmla="*/ 4609928 h 6896139"/>
              <a:gd name="connsiteX5" fmla="*/ 8591653 w 12188825"/>
              <a:gd name="connsiteY5" fmla="*/ 1590464 h 6896139"/>
              <a:gd name="connsiteX6" fmla="*/ 5201560 w 12188825"/>
              <a:gd name="connsiteY6" fmla="*/ 3490991 h 6896139"/>
              <a:gd name="connsiteX7" fmla="*/ 3753949 w 12188825"/>
              <a:gd name="connsiteY7" fmla="*/ 5150643 h 6896139"/>
              <a:gd name="connsiteX8" fmla="*/ 2842848 w 12188825"/>
              <a:gd name="connsiteY8" fmla="*/ 6854721 h 6896139"/>
              <a:gd name="connsiteX9" fmla="*/ 0 w 12188825"/>
              <a:gd name="connsiteY9" fmla="*/ 6858000 h 6896139"/>
              <a:gd name="connsiteX10" fmla="*/ 0 w 12188825"/>
              <a:gd name="connsiteY10" fmla="*/ 0 h 6896139"/>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8591653 w 12188825"/>
              <a:gd name="connsiteY5" fmla="*/ 1590464 h 6877063"/>
              <a:gd name="connsiteX6" fmla="*/ 5201560 w 12188825"/>
              <a:gd name="connsiteY6" fmla="*/ 3490991 h 6877063"/>
              <a:gd name="connsiteX7" fmla="*/ 3753949 w 12188825"/>
              <a:gd name="connsiteY7" fmla="*/ 5150643 h 6877063"/>
              <a:gd name="connsiteX8" fmla="*/ 2842848 w 12188825"/>
              <a:gd name="connsiteY8" fmla="*/ 6854721 h 6877063"/>
              <a:gd name="connsiteX9" fmla="*/ 0 w 12188825"/>
              <a:gd name="connsiteY9" fmla="*/ 6858000 h 6877063"/>
              <a:gd name="connsiteX10" fmla="*/ 0 w 12188825"/>
              <a:gd name="connsiteY10" fmla="*/ 0 h 6877063"/>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5201560 w 12188825"/>
              <a:gd name="connsiteY6" fmla="*/ 3490991 h 6902412"/>
              <a:gd name="connsiteX7" fmla="*/ 3753949 w 12188825"/>
              <a:gd name="connsiteY7" fmla="*/ 5150643 h 6902412"/>
              <a:gd name="connsiteX8" fmla="*/ 2842849 w 12188825"/>
              <a:gd name="connsiteY8" fmla="*/ 6902412 h 6902412"/>
              <a:gd name="connsiteX9" fmla="*/ 0 w 12188825"/>
              <a:gd name="connsiteY9" fmla="*/ 6858000 h 6902412"/>
              <a:gd name="connsiteX10" fmla="*/ 0 w 12188825"/>
              <a:gd name="connsiteY10"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5201560 w 12188825"/>
              <a:gd name="connsiteY6" fmla="*/ 3490991 h 6902412"/>
              <a:gd name="connsiteX7" fmla="*/ 3753949 w 12188825"/>
              <a:gd name="connsiteY7" fmla="*/ 5150643 h 6902412"/>
              <a:gd name="connsiteX8" fmla="*/ 2842849 w 12188825"/>
              <a:gd name="connsiteY8" fmla="*/ 6902412 h 6902412"/>
              <a:gd name="connsiteX9" fmla="*/ 0 w 12188825"/>
              <a:gd name="connsiteY9" fmla="*/ 6886615 h 6902412"/>
              <a:gd name="connsiteX10" fmla="*/ 0 w 12188825"/>
              <a:gd name="connsiteY10"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5201560 w 12188825"/>
              <a:gd name="connsiteY6" fmla="*/ 3490991 h 6902412"/>
              <a:gd name="connsiteX7" fmla="*/ 3801568 w 12188825"/>
              <a:gd name="connsiteY7" fmla="*/ 5131567 h 6902412"/>
              <a:gd name="connsiteX8" fmla="*/ 2842849 w 12188825"/>
              <a:gd name="connsiteY8" fmla="*/ 6902412 h 6902412"/>
              <a:gd name="connsiteX9" fmla="*/ 0 w 12188825"/>
              <a:gd name="connsiteY9" fmla="*/ 6886615 h 6902412"/>
              <a:gd name="connsiteX10" fmla="*/ 0 w 12188825"/>
              <a:gd name="connsiteY10"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5201560 w 12188825"/>
              <a:gd name="connsiteY6" fmla="*/ 3490991 h 6902412"/>
              <a:gd name="connsiteX7" fmla="*/ 3801568 w 12188825"/>
              <a:gd name="connsiteY7" fmla="*/ 5131567 h 6902412"/>
              <a:gd name="connsiteX8" fmla="*/ 2842849 w 12188825"/>
              <a:gd name="connsiteY8" fmla="*/ 6902412 h 6902412"/>
              <a:gd name="connsiteX9" fmla="*/ 0 w 12188825"/>
              <a:gd name="connsiteY9" fmla="*/ 6886615 h 6902412"/>
              <a:gd name="connsiteX10" fmla="*/ 0 w 12188825"/>
              <a:gd name="connsiteY10"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5201560 w 12188825"/>
              <a:gd name="connsiteY6" fmla="*/ 3490991 h 6902412"/>
              <a:gd name="connsiteX7" fmla="*/ 3801568 w 12188825"/>
              <a:gd name="connsiteY7" fmla="*/ 5131567 h 6902412"/>
              <a:gd name="connsiteX8" fmla="*/ 2842849 w 12188825"/>
              <a:gd name="connsiteY8" fmla="*/ 6902412 h 6902412"/>
              <a:gd name="connsiteX9" fmla="*/ 0 w 12188825"/>
              <a:gd name="connsiteY9" fmla="*/ 6886615 h 6902412"/>
              <a:gd name="connsiteX10" fmla="*/ 0 w 12188825"/>
              <a:gd name="connsiteY10"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5201560 w 12188825"/>
              <a:gd name="connsiteY6" fmla="*/ 3490991 h 6902412"/>
              <a:gd name="connsiteX7" fmla="*/ 3801568 w 12188825"/>
              <a:gd name="connsiteY7" fmla="*/ 5131567 h 6902412"/>
              <a:gd name="connsiteX8" fmla="*/ 2842849 w 12188825"/>
              <a:gd name="connsiteY8" fmla="*/ 6902412 h 6902412"/>
              <a:gd name="connsiteX9" fmla="*/ 0 w 12188825"/>
              <a:gd name="connsiteY9" fmla="*/ 6886615 h 6902412"/>
              <a:gd name="connsiteX10" fmla="*/ 0 w 12188825"/>
              <a:gd name="connsiteY10"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5201560 w 12188825"/>
              <a:gd name="connsiteY6" fmla="*/ 3490991 h 6902412"/>
              <a:gd name="connsiteX7" fmla="*/ 3801568 w 12188825"/>
              <a:gd name="connsiteY7" fmla="*/ 5131567 h 6902412"/>
              <a:gd name="connsiteX8" fmla="*/ 2842849 w 12188825"/>
              <a:gd name="connsiteY8" fmla="*/ 6902412 h 6902412"/>
              <a:gd name="connsiteX9" fmla="*/ 0 w 12188825"/>
              <a:gd name="connsiteY9" fmla="*/ 6886615 h 6902412"/>
              <a:gd name="connsiteX10" fmla="*/ 0 w 12188825"/>
              <a:gd name="connsiteY10"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8591653 w 12188825"/>
              <a:gd name="connsiteY5" fmla="*/ 1590464 h 6902412"/>
              <a:gd name="connsiteX6" fmla="*/ 6914249 w 12188825"/>
              <a:gd name="connsiteY6" fmla="*/ 2222406 h 6902412"/>
              <a:gd name="connsiteX7" fmla="*/ 5201560 w 12188825"/>
              <a:gd name="connsiteY7" fmla="*/ 3490991 h 6902412"/>
              <a:gd name="connsiteX8" fmla="*/ 3801568 w 12188825"/>
              <a:gd name="connsiteY8" fmla="*/ 5131567 h 6902412"/>
              <a:gd name="connsiteX9" fmla="*/ 2842849 w 12188825"/>
              <a:gd name="connsiteY9" fmla="*/ 6902412 h 6902412"/>
              <a:gd name="connsiteX10" fmla="*/ 0 w 12188825"/>
              <a:gd name="connsiteY10" fmla="*/ 6886615 h 6902412"/>
              <a:gd name="connsiteX11" fmla="*/ 0 w 12188825"/>
              <a:gd name="connsiteY11"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0134502 w 12188825"/>
              <a:gd name="connsiteY5" fmla="*/ 1685846 h 6902412"/>
              <a:gd name="connsiteX6" fmla="*/ 6914249 w 12188825"/>
              <a:gd name="connsiteY6" fmla="*/ 2222406 h 6902412"/>
              <a:gd name="connsiteX7" fmla="*/ 5201560 w 12188825"/>
              <a:gd name="connsiteY7" fmla="*/ 3490991 h 6902412"/>
              <a:gd name="connsiteX8" fmla="*/ 3801568 w 12188825"/>
              <a:gd name="connsiteY8" fmla="*/ 5131567 h 6902412"/>
              <a:gd name="connsiteX9" fmla="*/ 2842849 w 12188825"/>
              <a:gd name="connsiteY9" fmla="*/ 6902412 h 6902412"/>
              <a:gd name="connsiteX10" fmla="*/ 0 w 12188825"/>
              <a:gd name="connsiteY10" fmla="*/ 6886615 h 6902412"/>
              <a:gd name="connsiteX11" fmla="*/ 0 w 12188825"/>
              <a:gd name="connsiteY11"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0134502 w 12188825"/>
              <a:gd name="connsiteY5" fmla="*/ 1685846 h 6902412"/>
              <a:gd name="connsiteX6" fmla="*/ 6914249 w 12188825"/>
              <a:gd name="connsiteY6" fmla="*/ 2222406 h 6902412"/>
              <a:gd name="connsiteX7" fmla="*/ 5201560 w 12188825"/>
              <a:gd name="connsiteY7" fmla="*/ 3490991 h 6902412"/>
              <a:gd name="connsiteX8" fmla="*/ 3801568 w 12188825"/>
              <a:gd name="connsiteY8" fmla="*/ 5131567 h 6902412"/>
              <a:gd name="connsiteX9" fmla="*/ 2842849 w 12188825"/>
              <a:gd name="connsiteY9" fmla="*/ 6902412 h 6902412"/>
              <a:gd name="connsiteX10" fmla="*/ 0 w 12188825"/>
              <a:gd name="connsiteY10" fmla="*/ 6886615 h 6902412"/>
              <a:gd name="connsiteX11" fmla="*/ 0 w 12188825"/>
              <a:gd name="connsiteY11"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9972598 w 12188825"/>
              <a:gd name="connsiteY5" fmla="*/ 1685846 h 6902412"/>
              <a:gd name="connsiteX6" fmla="*/ 6914249 w 12188825"/>
              <a:gd name="connsiteY6" fmla="*/ 2222406 h 6902412"/>
              <a:gd name="connsiteX7" fmla="*/ 5201560 w 12188825"/>
              <a:gd name="connsiteY7" fmla="*/ 3490991 h 6902412"/>
              <a:gd name="connsiteX8" fmla="*/ 3801568 w 12188825"/>
              <a:gd name="connsiteY8" fmla="*/ 5131567 h 6902412"/>
              <a:gd name="connsiteX9" fmla="*/ 2842849 w 12188825"/>
              <a:gd name="connsiteY9" fmla="*/ 6902412 h 6902412"/>
              <a:gd name="connsiteX10" fmla="*/ 0 w 12188825"/>
              <a:gd name="connsiteY10" fmla="*/ 6886615 h 6902412"/>
              <a:gd name="connsiteX11" fmla="*/ 0 w 12188825"/>
              <a:gd name="connsiteY11"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9972598 w 12188825"/>
              <a:gd name="connsiteY5" fmla="*/ 1685846 h 6902412"/>
              <a:gd name="connsiteX6" fmla="*/ 6914249 w 12188825"/>
              <a:gd name="connsiteY6" fmla="*/ 2222406 h 6902412"/>
              <a:gd name="connsiteX7" fmla="*/ 5201560 w 12188825"/>
              <a:gd name="connsiteY7" fmla="*/ 3490991 h 6902412"/>
              <a:gd name="connsiteX8" fmla="*/ 3801568 w 12188825"/>
              <a:gd name="connsiteY8" fmla="*/ 5131567 h 6902412"/>
              <a:gd name="connsiteX9" fmla="*/ 2842849 w 12188825"/>
              <a:gd name="connsiteY9" fmla="*/ 6902412 h 6902412"/>
              <a:gd name="connsiteX10" fmla="*/ 0 w 12188825"/>
              <a:gd name="connsiteY10" fmla="*/ 6886615 h 6902412"/>
              <a:gd name="connsiteX11" fmla="*/ 0 w 12188825"/>
              <a:gd name="connsiteY11"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9972598 w 12188825"/>
              <a:gd name="connsiteY5" fmla="*/ 1685846 h 6902412"/>
              <a:gd name="connsiteX6" fmla="*/ 6914249 w 12188825"/>
              <a:gd name="connsiteY6" fmla="*/ 2222406 h 6902412"/>
              <a:gd name="connsiteX7" fmla="*/ 5201560 w 12188825"/>
              <a:gd name="connsiteY7" fmla="*/ 3490991 h 6902412"/>
              <a:gd name="connsiteX8" fmla="*/ 3801568 w 12188825"/>
              <a:gd name="connsiteY8" fmla="*/ 5131567 h 6902412"/>
              <a:gd name="connsiteX9" fmla="*/ 2842849 w 12188825"/>
              <a:gd name="connsiteY9" fmla="*/ 6902412 h 6902412"/>
              <a:gd name="connsiteX10" fmla="*/ 0 w 12188825"/>
              <a:gd name="connsiteY10" fmla="*/ 6886615 h 6902412"/>
              <a:gd name="connsiteX11" fmla="*/ 0 w 12188825"/>
              <a:gd name="connsiteY11"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9972598 w 12188825"/>
              <a:gd name="connsiteY6" fmla="*/ 1685846 h 6902412"/>
              <a:gd name="connsiteX7" fmla="*/ 6914249 w 12188825"/>
              <a:gd name="connsiteY7" fmla="*/ 2222406 h 6902412"/>
              <a:gd name="connsiteX8" fmla="*/ 5201560 w 12188825"/>
              <a:gd name="connsiteY8" fmla="*/ 3490991 h 6902412"/>
              <a:gd name="connsiteX9" fmla="*/ 3801568 w 12188825"/>
              <a:gd name="connsiteY9" fmla="*/ 5131567 h 6902412"/>
              <a:gd name="connsiteX10" fmla="*/ 2842849 w 12188825"/>
              <a:gd name="connsiteY10" fmla="*/ 6902412 h 6902412"/>
              <a:gd name="connsiteX11" fmla="*/ 0 w 12188825"/>
              <a:gd name="connsiteY11" fmla="*/ 6886615 h 6902412"/>
              <a:gd name="connsiteX12" fmla="*/ 0 w 12188825"/>
              <a:gd name="connsiteY12"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9972598 w 12188825"/>
              <a:gd name="connsiteY6" fmla="*/ 1685846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9972598 w 12188825"/>
              <a:gd name="connsiteY6" fmla="*/ 1685846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10353548 w 12188825"/>
              <a:gd name="connsiteY6" fmla="*/ 1743076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10353548 w 12188825"/>
              <a:gd name="connsiteY6" fmla="*/ 1743076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10353548 w 12188825"/>
              <a:gd name="connsiteY6" fmla="*/ 1743076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10353548 w 12188825"/>
              <a:gd name="connsiteY6" fmla="*/ 1743076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737470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801568 w 12188825"/>
              <a:gd name="connsiteY10" fmla="*/ 5131567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2842849 w 12188825"/>
              <a:gd name="connsiteY10" fmla="*/ 6902412 h 6902412"/>
              <a:gd name="connsiteX11" fmla="*/ 0 w 12188825"/>
              <a:gd name="connsiteY11" fmla="*/ 6886615 h 6902412"/>
              <a:gd name="connsiteX12" fmla="*/ 0 w 12188825"/>
              <a:gd name="connsiteY12"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647600 w 12188825"/>
              <a:gd name="connsiteY10" fmla="*/ 5322330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647600 w 12188825"/>
              <a:gd name="connsiteY10" fmla="*/ 5322330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647600 w 12188825"/>
              <a:gd name="connsiteY10" fmla="*/ 5322330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902412"/>
              <a:gd name="connsiteX1" fmla="*/ 12188825 w 12188825"/>
              <a:gd name="connsiteY1" fmla="*/ 0 h 6902412"/>
              <a:gd name="connsiteX2" fmla="*/ 12188825 w 12188825"/>
              <a:gd name="connsiteY2" fmla="*/ 6858000 h 6902412"/>
              <a:gd name="connsiteX3" fmla="*/ 10725126 w 12188825"/>
              <a:gd name="connsiteY3" fmla="*/ 6877063 h 6902412"/>
              <a:gd name="connsiteX4" fmla="*/ 11506178 w 12188825"/>
              <a:gd name="connsiteY4" fmla="*/ 4609928 h 6902412"/>
              <a:gd name="connsiteX5" fmla="*/ 11323750 w 12188825"/>
              <a:gd name="connsiteY5" fmla="*/ 2813776 h 6902412"/>
              <a:gd name="connsiteX6" fmla="*/ 10382119 w 12188825"/>
              <a:gd name="connsiteY6" fmla="*/ 1771690 h 6902412"/>
              <a:gd name="connsiteX7" fmla="*/ 8704716 w 12188825"/>
              <a:gd name="connsiteY7" fmla="*/ 1573806 h 6902412"/>
              <a:gd name="connsiteX8" fmla="*/ 6914249 w 12188825"/>
              <a:gd name="connsiteY8" fmla="*/ 2222406 h 6902412"/>
              <a:gd name="connsiteX9" fmla="*/ 5201560 w 12188825"/>
              <a:gd name="connsiteY9" fmla="*/ 3490991 h 6902412"/>
              <a:gd name="connsiteX10" fmla="*/ 3647600 w 12188825"/>
              <a:gd name="connsiteY10" fmla="*/ 5322330 h 6902412"/>
              <a:gd name="connsiteX11" fmla="*/ 2842849 w 12188825"/>
              <a:gd name="connsiteY11" fmla="*/ 6902412 h 6902412"/>
              <a:gd name="connsiteX12" fmla="*/ 0 w 12188825"/>
              <a:gd name="connsiteY12" fmla="*/ 6886615 h 6902412"/>
              <a:gd name="connsiteX13" fmla="*/ 0 w 12188825"/>
              <a:gd name="connsiteY13" fmla="*/ 0 h 6902412"/>
              <a:gd name="connsiteX0" fmla="*/ 0 w 12188825"/>
              <a:gd name="connsiteY0" fmla="*/ 0 h 6886615"/>
              <a:gd name="connsiteX1" fmla="*/ 12188825 w 12188825"/>
              <a:gd name="connsiteY1" fmla="*/ 0 h 6886615"/>
              <a:gd name="connsiteX2" fmla="*/ 12188825 w 12188825"/>
              <a:gd name="connsiteY2" fmla="*/ 6858000 h 6886615"/>
              <a:gd name="connsiteX3" fmla="*/ 10725126 w 12188825"/>
              <a:gd name="connsiteY3" fmla="*/ 6877063 h 6886615"/>
              <a:gd name="connsiteX4" fmla="*/ 11506178 w 12188825"/>
              <a:gd name="connsiteY4" fmla="*/ 4609928 h 6886615"/>
              <a:gd name="connsiteX5" fmla="*/ 11323750 w 12188825"/>
              <a:gd name="connsiteY5" fmla="*/ 2813776 h 6886615"/>
              <a:gd name="connsiteX6" fmla="*/ 10382119 w 12188825"/>
              <a:gd name="connsiteY6" fmla="*/ 1771690 h 6886615"/>
              <a:gd name="connsiteX7" fmla="*/ 8704716 w 12188825"/>
              <a:gd name="connsiteY7" fmla="*/ 1573806 h 6886615"/>
              <a:gd name="connsiteX8" fmla="*/ 6914249 w 12188825"/>
              <a:gd name="connsiteY8" fmla="*/ 2222406 h 6886615"/>
              <a:gd name="connsiteX9" fmla="*/ 5201560 w 12188825"/>
              <a:gd name="connsiteY9" fmla="*/ 3490991 h 6886615"/>
              <a:gd name="connsiteX10" fmla="*/ 3647600 w 12188825"/>
              <a:gd name="connsiteY10" fmla="*/ 5322330 h 6886615"/>
              <a:gd name="connsiteX11" fmla="*/ 2842850 w 12188825"/>
              <a:gd name="connsiteY11" fmla="*/ 6878628 h 6886615"/>
              <a:gd name="connsiteX12" fmla="*/ 0 w 12188825"/>
              <a:gd name="connsiteY12" fmla="*/ 6886615 h 6886615"/>
              <a:gd name="connsiteX13" fmla="*/ 0 w 12188825"/>
              <a:gd name="connsiteY13" fmla="*/ 0 h 6886615"/>
              <a:gd name="connsiteX0" fmla="*/ 0 w 12188825"/>
              <a:gd name="connsiteY0" fmla="*/ 0 h 6886615"/>
              <a:gd name="connsiteX1" fmla="*/ 12188825 w 12188825"/>
              <a:gd name="connsiteY1" fmla="*/ 0 h 6886615"/>
              <a:gd name="connsiteX2" fmla="*/ 12188825 w 12188825"/>
              <a:gd name="connsiteY2" fmla="*/ 6858000 h 6886615"/>
              <a:gd name="connsiteX3" fmla="*/ 10725126 w 12188825"/>
              <a:gd name="connsiteY3" fmla="*/ 6877063 h 6886615"/>
              <a:gd name="connsiteX4" fmla="*/ 11506178 w 12188825"/>
              <a:gd name="connsiteY4" fmla="*/ 4609928 h 6886615"/>
              <a:gd name="connsiteX5" fmla="*/ 11323750 w 12188825"/>
              <a:gd name="connsiteY5" fmla="*/ 2813776 h 6886615"/>
              <a:gd name="connsiteX6" fmla="*/ 10382119 w 12188825"/>
              <a:gd name="connsiteY6" fmla="*/ 1771690 h 6886615"/>
              <a:gd name="connsiteX7" fmla="*/ 8704716 w 12188825"/>
              <a:gd name="connsiteY7" fmla="*/ 1573806 h 6886615"/>
              <a:gd name="connsiteX8" fmla="*/ 6914249 w 12188825"/>
              <a:gd name="connsiteY8" fmla="*/ 2222406 h 6886615"/>
              <a:gd name="connsiteX9" fmla="*/ 5201560 w 12188825"/>
              <a:gd name="connsiteY9" fmla="*/ 3490991 h 6886615"/>
              <a:gd name="connsiteX10" fmla="*/ 3647600 w 12188825"/>
              <a:gd name="connsiteY10" fmla="*/ 5322330 h 6886615"/>
              <a:gd name="connsiteX11" fmla="*/ 2848788 w 12188825"/>
              <a:gd name="connsiteY11" fmla="*/ 6872683 h 6886615"/>
              <a:gd name="connsiteX12" fmla="*/ 0 w 12188825"/>
              <a:gd name="connsiteY12" fmla="*/ 6886615 h 6886615"/>
              <a:gd name="connsiteX13" fmla="*/ 0 w 12188825"/>
              <a:gd name="connsiteY13" fmla="*/ 0 h 6886615"/>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3223731 w 12188825"/>
              <a:gd name="connsiteY11" fmla="*/ 6070773 h 6877063"/>
              <a:gd name="connsiteX12" fmla="*/ 2848788 w 12188825"/>
              <a:gd name="connsiteY12" fmla="*/ 6872683 h 6877063"/>
              <a:gd name="connsiteX13" fmla="*/ 0 w 12188825"/>
              <a:gd name="connsiteY13" fmla="*/ 6862831 h 6877063"/>
              <a:gd name="connsiteX14" fmla="*/ 0 w 12188825"/>
              <a:gd name="connsiteY14"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3223731 w 12188825"/>
              <a:gd name="connsiteY11" fmla="*/ 6070773 h 6877063"/>
              <a:gd name="connsiteX12" fmla="*/ 2848788 w 12188825"/>
              <a:gd name="connsiteY12" fmla="*/ 6872683 h 6877063"/>
              <a:gd name="connsiteX13" fmla="*/ 0 w 12188825"/>
              <a:gd name="connsiteY13" fmla="*/ 6862831 h 6877063"/>
              <a:gd name="connsiteX14" fmla="*/ 0 w 12188825"/>
              <a:gd name="connsiteY14"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3223731 w 12188825"/>
              <a:gd name="connsiteY11" fmla="*/ 6070773 h 6877063"/>
              <a:gd name="connsiteX12" fmla="*/ 2848788 w 12188825"/>
              <a:gd name="connsiteY12" fmla="*/ 6872683 h 6877063"/>
              <a:gd name="connsiteX13" fmla="*/ 0 w 12188825"/>
              <a:gd name="connsiteY13" fmla="*/ 6862831 h 6877063"/>
              <a:gd name="connsiteX14" fmla="*/ 0 w 12188825"/>
              <a:gd name="connsiteY14"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3223731 w 12188825"/>
              <a:gd name="connsiteY11" fmla="*/ 6046990 h 6877063"/>
              <a:gd name="connsiteX12" fmla="*/ 2848788 w 12188825"/>
              <a:gd name="connsiteY12" fmla="*/ 6872683 h 6877063"/>
              <a:gd name="connsiteX13" fmla="*/ 0 w 12188825"/>
              <a:gd name="connsiteY13" fmla="*/ 6862831 h 6877063"/>
              <a:gd name="connsiteX14" fmla="*/ 0 w 12188825"/>
              <a:gd name="connsiteY14"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3223731 w 12188825"/>
              <a:gd name="connsiteY11" fmla="*/ 6046991 h 6877063"/>
              <a:gd name="connsiteX12" fmla="*/ 2848788 w 12188825"/>
              <a:gd name="connsiteY12" fmla="*/ 6872683 h 6877063"/>
              <a:gd name="connsiteX13" fmla="*/ 0 w 12188825"/>
              <a:gd name="connsiteY13" fmla="*/ 6862831 h 6877063"/>
              <a:gd name="connsiteX14" fmla="*/ 0 w 12188825"/>
              <a:gd name="connsiteY14"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01560 w 12188825"/>
              <a:gd name="connsiteY9" fmla="*/ 349099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78740 w 12188825"/>
              <a:gd name="connsiteY9" fmla="*/ 3395857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78740 w 12188825"/>
              <a:gd name="connsiteY9" fmla="*/ 3395857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78740 w 12188825"/>
              <a:gd name="connsiteY9" fmla="*/ 3395857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78740 w 12188825"/>
              <a:gd name="connsiteY9" fmla="*/ 3395857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5290614 w 12188825"/>
              <a:gd name="connsiteY9" fmla="*/ 3419641 h 6877063"/>
              <a:gd name="connsiteX10" fmla="*/ 3647600 w 12188825"/>
              <a:gd name="connsiteY10" fmla="*/ 5322330 h 6877063"/>
              <a:gd name="connsiteX11" fmla="*/ 2848788 w 12188825"/>
              <a:gd name="connsiteY11" fmla="*/ 6872683 h 6877063"/>
              <a:gd name="connsiteX12" fmla="*/ 0 w 12188825"/>
              <a:gd name="connsiteY12" fmla="*/ 6862831 h 6877063"/>
              <a:gd name="connsiteX13" fmla="*/ 0 w 12188825"/>
              <a:gd name="connsiteY13"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3647600 w 12188825"/>
              <a:gd name="connsiteY9" fmla="*/ 5322330 h 6877063"/>
              <a:gd name="connsiteX10" fmla="*/ 2848788 w 12188825"/>
              <a:gd name="connsiteY10" fmla="*/ 6872683 h 6877063"/>
              <a:gd name="connsiteX11" fmla="*/ 0 w 12188825"/>
              <a:gd name="connsiteY11" fmla="*/ 6862831 h 6877063"/>
              <a:gd name="connsiteX12" fmla="*/ 0 w 12188825"/>
              <a:gd name="connsiteY12"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3647600 w 12188825"/>
              <a:gd name="connsiteY9" fmla="*/ 5322330 h 6877063"/>
              <a:gd name="connsiteX10" fmla="*/ 2848788 w 12188825"/>
              <a:gd name="connsiteY10" fmla="*/ 6872683 h 6877063"/>
              <a:gd name="connsiteX11" fmla="*/ 0 w 12188825"/>
              <a:gd name="connsiteY11" fmla="*/ 6862831 h 6877063"/>
              <a:gd name="connsiteX12" fmla="*/ 0 w 12188825"/>
              <a:gd name="connsiteY12"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3647600 w 12188825"/>
              <a:gd name="connsiteY9" fmla="*/ 5322330 h 6877063"/>
              <a:gd name="connsiteX10" fmla="*/ 2848788 w 12188825"/>
              <a:gd name="connsiteY10" fmla="*/ 6872683 h 6877063"/>
              <a:gd name="connsiteX11" fmla="*/ 0 w 12188825"/>
              <a:gd name="connsiteY11" fmla="*/ 6862831 h 6877063"/>
              <a:gd name="connsiteX12" fmla="*/ 0 w 12188825"/>
              <a:gd name="connsiteY12"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3647600 w 12188825"/>
              <a:gd name="connsiteY9" fmla="*/ 5322330 h 6877063"/>
              <a:gd name="connsiteX10" fmla="*/ 2848788 w 12188825"/>
              <a:gd name="connsiteY10" fmla="*/ 6872683 h 6877063"/>
              <a:gd name="connsiteX11" fmla="*/ 0 w 12188825"/>
              <a:gd name="connsiteY11" fmla="*/ 6862831 h 6877063"/>
              <a:gd name="connsiteX12" fmla="*/ 0 w 12188825"/>
              <a:gd name="connsiteY12"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3647600 w 12188825"/>
              <a:gd name="connsiteY9" fmla="*/ 5322330 h 6877063"/>
              <a:gd name="connsiteX10" fmla="*/ 2848788 w 12188825"/>
              <a:gd name="connsiteY10" fmla="*/ 6872683 h 6877063"/>
              <a:gd name="connsiteX11" fmla="*/ 0 w 12188825"/>
              <a:gd name="connsiteY11" fmla="*/ 6862831 h 6877063"/>
              <a:gd name="connsiteX12" fmla="*/ 0 w 12188825"/>
              <a:gd name="connsiteY12" fmla="*/ 0 h 6877063"/>
              <a:gd name="connsiteX0" fmla="*/ 0 w 12188825"/>
              <a:gd name="connsiteY0" fmla="*/ 0 h 6877063"/>
              <a:gd name="connsiteX1" fmla="*/ 12188825 w 12188825"/>
              <a:gd name="connsiteY1" fmla="*/ 0 h 6877063"/>
              <a:gd name="connsiteX2" fmla="*/ 12188825 w 12188825"/>
              <a:gd name="connsiteY2" fmla="*/ 6858000 h 6877063"/>
              <a:gd name="connsiteX3" fmla="*/ 10725126 w 12188825"/>
              <a:gd name="connsiteY3" fmla="*/ 6877063 h 6877063"/>
              <a:gd name="connsiteX4" fmla="*/ 11506178 w 12188825"/>
              <a:gd name="connsiteY4" fmla="*/ 4609928 h 6877063"/>
              <a:gd name="connsiteX5" fmla="*/ 11323750 w 12188825"/>
              <a:gd name="connsiteY5" fmla="*/ 2813776 h 6877063"/>
              <a:gd name="connsiteX6" fmla="*/ 10382119 w 12188825"/>
              <a:gd name="connsiteY6" fmla="*/ 1771690 h 6877063"/>
              <a:gd name="connsiteX7" fmla="*/ 8704716 w 12188825"/>
              <a:gd name="connsiteY7" fmla="*/ 1573806 h 6877063"/>
              <a:gd name="connsiteX8" fmla="*/ 6914249 w 12188825"/>
              <a:gd name="connsiteY8" fmla="*/ 2222406 h 6877063"/>
              <a:gd name="connsiteX9" fmla="*/ 3647600 w 12188825"/>
              <a:gd name="connsiteY9" fmla="*/ 5322330 h 6877063"/>
              <a:gd name="connsiteX10" fmla="*/ 2848788 w 12188825"/>
              <a:gd name="connsiteY10" fmla="*/ 6872683 h 6877063"/>
              <a:gd name="connsiteX11" fmla="*/ 0 w 12188825"/>
              <a:gd name="connsiteY11" fmla="*/ 6862831 h 6877063"/>
              <a:gd name="connsiteX12" fmla="*/ 0 w 12188825"/>
              <a:gd name="connsiteY12" fmla="*/ 0 h 687706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 name="connsiteX0" fmla="*/ 0 w 12188825"/>
              <a:gd name="connsiteY0" fmla="*/ 0 h 6872683"/>
              <a:gd name="connsiteX1" fmla="*/ 12188825 w 12188825"/>
              <a:gd name="connsiteY1" fmla="*/ 0 h 6872683"/>
              <a:gd name="connsiteX2" fmla="*/ 12188825 w 12188825"/>
              <a:gd name="connsiteY2" fmla="*/ 6858000 h 6872683"/>
              <a:gd name="connsiteX3" fmla="*/ 10742935 w 12188825"/>
              <a:gd name="connsiteY3" fmla="*/ 6865172 h 6872683"/>
              <a:gd name="connsiteX4" fmla="*/ 11506178 w 12188825"/>
              <a:gd name="connsiteY4" fmla="*/ 4609928 h 6872683"/>
              <a:gd name="connsiteX5" fmla="*/ 11323750 w 12188825"/>
              <a:gd name="connsiteY5" fmla="*/ 2813776 h 6872683"/>
              <a:gd name="connsiteX6" fmla="*/ 10382119 w 12188825"/>
              <a:gd name="connsiteY6" fmla="*/ 1771690 h 6872683"/>
              <a:gd name="connsiteX7" fmla="*/ 8704716 w 12188825"/>
              <a:gd name="connsiteY7" fmla="*/ 1573806 h 6872683"/>
              <a:gd name="connsiteX8" fmla="*/ 6914249 w 12188825"/>
              <a:gd name="connsiteY8" fmla="*/ 2222406 h 6872683"/>
              <a:gd name="connsiteX9" fmla="*/ 3647600 w 12188825"/>
              <a:gd name="connsiteY9" fmla="*/ 5322330 h 6872683"/>
              <a:gd name="connsiteX10" fmla="*/ 2848788 w 12188825"/>
              <a:gd name="connsiteY10" fmla="*/ 6872683 h 6872683"/>
              <a:gd name="connsiteX11" fmla="*/ 0 w 12188825"/>
              <a:gd name="connsiteY11" fmla="*/ 6862831 h 6872683"/>
              <a:gd name="connsiteX12" fmla="*/ 0 w 12188825"/>
              <a:gd name="connsiteY12" fmla="*/ 0 h 6872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88825" h="6872683">
                <a:moveTo>
                  <a:pt x="0" y="0"/>
                </a:moveTo>
                <a:lnTo>
                  <a:pt x="12188825" y="0"/>
                </a:lnTo>
                <a:lnTo>
                  <a:pt x="12188825" y="6858000"/>
                </a:lnTo>
                <a:lnTo>
                  <a:pt x="10742935" y="6865172"/>
                </a:lnTo>
                <a:cubicBezTo>
                  <a:pt x="10922496" y="6528610"/>
                  <a:pt x="11372828" y="5632278"/>
                  <a:pt x="11506178" y="4609928"/>
                </a:cubicBezTo>
                <a:cubicBezTo>
                  <a:pt x="11578701" y="4033467"/>
                  <a:pt x="11546463" y="3333009"/>
                  <a:pt x="11323750" y="2813776"/>
                </a:cubicBezTo>
                <a:cubicBezTo>
                  <a:pt x="11063843" y="2291547"/>
                  <a:pt x="10818626" y="2002135"/>
                  <a:pt x="10382119" y="1771690"/>
                </a:cubicBezTo>
                <a:cubicBezTo>
                  <a:pt x="9945612" y="1541245"/>
                  <a:pt x="9214441" y="1484379"/>
                  <a:pt x="8704716" y="1573806"/>
                </a:cubicBezTo>
                <a:cubicBezTo>
                  <a:pt x="8194991" y="1641679"/>
                  <a:pt x="7520743" y="1898580"/>
                  <a:pt x="6914249" y="2222406"/>
                </a:cubicBezTo>
                <a:cubicBezTo>
                  <a:pt x="6439486" y="2478515"/>
                  <a:pt x="5013860" y="3298645"/>
                  <a:pt x="3647600" y="5322330"/>
                </a:cubicBezTo>
                <a:cubicBezTo>
                  <a:pt x="3267345" y="5933513"/>
                  <a:pt x="3130193" y="6211612"/>
                  <a:pt x="2848788" y="6872683"/>
                </a:cubicBezTo>
                <a:lnTo>
                  <a:pt x="0" y="6862831"/>
                </a:lnTo>
                <a:lnTo>
                  <a:pt x="0" y="0"/>
                </a:lnTo>
                <a:close/>
              </a:path>
            </a:pathLst>
          </a:custGeom>
          <a:ln>
            <a:noFill/>
          </a:ln>
        </p:spPr>
        <p:txBody>
          <a:bodyPr lIns="91428" tIns="45715" rIns="91428" bIns="45715"/>
          <a:lstStyle>
            <a:lvl1pPr marL="0" indent="0">
              <a:buNone/>
              <a:defRPr sz="2399">
                <a:solidFill>
                  <a:schemeClr val="tx2"/>
                </a:solidFill>
              </a:defRPr>
            </a:lvl1pPr>
          </a:lstStyle>
          <a:p>
            <a:r>
              <a:rPr lang="en-US" dirty="0"/>
              <a:t>Picture</a:t>
            </a:r>
          </a:p>
        </p:txBody>
      </p:sp>
      <p:sp>
        <p:nvSpPr>
          <p:cNvPr id="12" name="Text Placeholder 11"/>
          <p:cNvSpPr>
            <a:spLocks noGrp="1"/>
          </p:cNvSpPr>
          <p:nvPr>
            <p:ph type="body" sz="quarter" idx="11" hasCustomPrompt="1"/>
          </p:nvPr>
        </p:nvSpPr>
        <p:spPr>
          <a:xfrm>
            <a:off x="6399216" y="3886207"/>
            <a:ext cx="3657601" cy="990599"/>
          </a:xfrm>
          <a:prstGeom prst="rect">
            <a:avLst/>
          </a:prstGeom>
        </p:spPr>
        <p:txBody>
          <a:bodyPr lIns="91428" tIns="45715" rIns="91428" bIns="45715"/>
          <a:lstStyle>
            <a:lvl1pPr marL="0" indent="0">
              <a:buNone/>
              <a:defRPr b="1" baseline="0">
                <a:solidFill>
                  <a:schemeClr val="bg1"/>
                </a:solidFill>
              </a:defRPr>
            </a:lvl1pPr>
          </a:lstStyle>
          <a:p>
            <a:pPr lvl="0"/>
            <a:r>
              <a:rPr lang="en-US" b="0" dirty="0"/>
              <a:t>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3.png"/><Relationship Id="rId5" Type="http://schemas.openxmlformats.org/officeDocument/2006/relationships/theme" Target="../theme/theme4.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6.xml"/><Relationship Id="rId1" Type="http://schemas.openxmlformats.org/officeDocument/2006/relationships/slideLayout" Target="../slideLayouts/slideLayout15.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16.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35655" y="4"/>
            <a:ext cx="12232800" cy="6882303"/>
          </a:xfrm>
          <a:prstGeom prst="rect">
            <a:avLst/>
          </a:prstGeom>
        </p:spPr>
      </p:pic>
      <p:pic>
        <p:nvPicPr>
          <p:cNvPr id="9" name="Picture 8" descr="logo ICICI.png"/>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737601" y="685806"/>
            <a:ext cx="2891252" cy="99103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93" r:id="rId3"/>
    <p:sldLayoutId id="2147483694" r:id="rId4"/>
    <p:sldLayoutId id="2147483696" r:id="rId5"/>
    <p:sldLayoutId id="2147483697" r:id="rId6"/>
  </p:sldLayoutIdLst>
  <p:hf hdr="0" dt="0"/>
  <p:txStyles>
    <p:titleStyle>
      <a:lvl1pPr algn="ctr" defTabSz="914301" rtl="0" eaLnBrk="1" latinLnBrk="0" hangingPunct="1">
        <a:spcBef>
          <a:spcPct val="0"/>
        </a:spcBef>
        <a:buNone/>
        <a:defRPr sz="4400" kern="1200">
          <a:solidFill>
            <a:schemeClr val="tx1"/>
          </a:solidFill>
          <a:latin typeface="+mj-lt"/>
          <a:ea typeface="+mj-ea"/>
          <a:cs typeface="+mj-cs"/>
        </a:defRPr>
      </a:lvl1pPr>
    </p:titleStyle>
    <p:bodyStyle>
      <a:lvl1pPr marL="342862" indent="-342862" algn="l" defTabSz="914301" rtl="0" eaLnBrk="1" latinLnBrk="0" hangingPunct="1">
        <a:spcBef>
          <a:spcPct val="20000"/>
        </a:spcBef>
        <a:buFont typeface="Arial" pitchFamily="34" charset="0"/>
        <a:buChar char="•"/>
        <a:defRPr sz="3201" kern="1200">
          <a:solidFill>
            <a:schemeClr val="tx1"/>
          </a:solidFill>
          <a:latin typeface="+mn-lt"/>
          <a:ea typeface="+mn-ea"/>
          <a:cs typeface="+mn-cs"/>
        </a:defRPr>
      </a:lvl1pPr>
      <a:lvl2pPr marL="742870" indent="-285719" algn="l" defTabSz="914301" rtl="0" eaLnBrk="1" latinLnBrk="0" hangingPunct="1">
        <a:spcBef>
          <a:spcPct val="20000"/>
        </a:spcBef>
        <a:buFont typeface="Arial" pitchFamily="34" charset="0"/>
        <a:buChar char="–"/>
        <a:defRPr sz="2801" kern="1200">
          <a:solidFill>
            <a:schemeClr val="tx1"/>
          </a:solidFill>
          <a:latin typeface="+mn-lt"/>
          <a:ea typeface="+mn-ea"/>
          <a:cs typeface="+mn-cs"/>
        </a:defRPr>
      </a:lvl2pPr>
      <a:lvl3pPr marL="1142876" indent="-228576" algn="l" defTabSz="914301"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160002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78"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7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7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01" rtl="0" eaLnBrk="1" latinLnBrk="0" hangingPunct="1">
        <a:defRPr sz="1900" kern="1200">
          <a:solidFill>
            <a:schemeClr val="tx1"/>
          </a:solidFill>
          <a:latin typeface="+mn-lt"/>
          <a:ea typeface="+mn-ea"/>
          <a:cs typeface="+mn-cs"/>
        </a:defRPr>
      </a:lvl1pPr>
      <a:lvl2pPr marL="457148" algn="l" defTabSz="914301" rtl="0" eaLnBrk="1" latinLnBrk="0" hangingPunct="1">
        <a:defRPr sz="1900" kern="1200">
          <a:solidFill>
            <a:schemeClr val="tx1"/>
          </a:solidFill>
          <a:latin typeface="+mn-lt"/>
          <a:ea typeface="+mn-ea"/>
          <a:cs typeface="+mn-cs"/>
        </a:defRPr>
      </a:lvl2pPr>
      <a:lvl3pPr marL="914301" algn="l" defTabSz="914301" rtl="0" eaLnBrk="1" latinLnBrk="0" hangingPunct="1">
        <a:defRPr sz="1900" kern="1200">
          <a:solidFill>
            <a:schemeClr val="tx1"/>
          </a:solidFill>
          <a:latin typeface="+mn-lt"/>
          <a:ea typeface="+mn-ea"/>
          <a:cs typeface="+mn-cs"/>
        </a:defRPr>
      </a:lvl3pPr>
      <a:lvl4pPr marL="1371450" algn="l" defTabSz="914301" rtl="0" eaLnBrk="1" latinLnBrk="0" hangingPunct="1">
        <a:defRPr sz="1900" kern="1200">
          <a:solidFill>
            <a:schemeClr val="tx1"/>
          </a:solidFill>
          <a:latin typeface="+mn-lt"/>
          <a:ea typeface="+mn-ea"/>
          <a:cs typeface="+mn-cs"/>
        </a:defRPr>
      </a:lvl4pPr>
      <a:lvl5pPr marL="1828603" algn="l" defTabSz="914301" rtl="0" eaLnBrk="1" latinLnBrk="0" hangingPunct="1">
        <a:defRPr sz="1900" kern="1200">
          <a:solidFill>
            <a:schemeClr val="tx1"/>
          </a:solidFill>
          <a:latin typeface="+mn-lt"/>
          <a:ea typeface="+mn-ea"/>
          <a:cs typeface="+mn-cs"/>
        </a:defRPr>
      </a:lvl5pPr>
      <a:lvl6pPr marL="2285751" algn="l" defTabSz="914301" rtl="0" eaLnBrk="1" latinLnBrk="0" hangingPunct="1">
        <a:defRPr sz="1900" kern="1200">
          <a:solidFill>
            <a:schemeClr val="tx1"/>
          </a:solidFill>
          <a:latin typeface="+mn-lt"/>
          <a:ea typeface="+mn-ea"/>
          <a:cs typeface="+mn-cs"/>
        </a:defRPr>
      </a:lvl6pPr>
      <a:lvl7pPr marL="2742902" algn="l" defTabSz="914301" rtl="0" eaLnBrk="1" latinLnBrk="0" hangingPunct="1">
        <a:defRPr sz="1900" kern="1200">
          <a:solidFill>
            <a:schemeClr val="tx1"/>
          </a:solidFill>
          <a:latin typeface="+mn-lt"/>
          <a:ea typeface="+mn-ea"/>
          <a:cs typeface="+mn-cs"/>
        </a:defRPr>
      </a:lvl7pPr>
      <a:lvl8pPr marL="3200053" algn="l" defTabSz="914301" rtl="0" eaLnBrk="1" latinLnBrk="0" hangingPunct="1">
        <a:defRPr sz="1900" kern="1200">
          <a:solidFill>
            <a:schemeClr val="tx1"/>
          </a:solidFill>
          <a:latin typeface="+mn-lt"/>
          <a:ea typeface="+mn-ea"/>
          <a:cs typeface="+mn-cs"/>
        </a:defRPr>
      </a:lvl8pPr>
      <a:lvl9pPr marL="3657204" algn="l" defTabSz="914301"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172467"/>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30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76" indent="-228576" algn="l" defTabSz="914301" rtl="0" eaLnBrk="1" latinLnBrk="0" hangingPunct="1">
        <a:lnSpc>
          <a:spcPct val="90000"/>
        </a:lnSpc>
        <a:spcBef>
          <a:spcPts val="1000"/>
        </a:spcBef>
        <a:buFont typeface="Arial" panose="020B0604020202020204" pitchFamily="34" charset="0"/>
        <a:buChar char="•"/>
        <a:defRPr sz="2801" kern="1200">
          <a:solidFill>
            <a:schemeClr val="tx1"/>
          </a:solidFill>
          <a:latin typeface="+mn-lt"/>
          <a:ea typeface="+mn-ea"/>
          <a:cs typeface="+mn-cs"/>
        </a:defRPr>
      </a:lvl1pPr>
      <a:lvl2pPr marL="685727" indent="-228576" algn="l" defTabSz="914301"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876" indent="-228576" algn="l" defTabSz="91430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27" indent="-228576" algn="l" defTabSz="914301"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178" indent="-228576" algn="l" defTabSz="914301"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329" indent="-228576" algn="l" defTabSz="914301"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477" indent="-228576" algn="l" defTabSz="914301"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629" indent="-228576" algn="l" defTabSz="914301"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779" indent="-228576" algn="l" defTabSz="914301"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301" rtl="0" eaLnBrk="1" latinLnBrk="0" hangingPunct="1">
        <a:defRPr sz="1900" kern="1200">
          <a:solidFill>
            <a:schemeClr val="tx1"/>
          </a:solidFill>
          <a:latin typeface="+mn-lt"/>
          <a:ea typeface="+mn-ea"/>
          <a:cs typeface="+mn-cs"/>
        </a:defRPr>
      </a:lvl1pPr>
      <a:lvl2pPr marL="457148" algn="l" defTabSz="914301" rtl="0" eaLnBrk="1" latinLnBrk="0" hangingPunct="1">
        <a:defRPr sz="1900" kern="1200">
          <a:solidFill>
            <a:schemeClr val="tx1"/>
          </a:solidFill>
          <a:latin typeface="+mn-lt"/>
          <a:ea typeface="+mn-ea"/>
          <a:cs typeface="+mn-cs"/>
        </a:defRPr>
      </a:lvl2pPr>
      <a:lvl3pPr marL="914301" algn="l" defTabSz="914301" rtl="0" eaLnBrk="1" latinLnBrk="0" hangingPunct="1">
        <a:defRPr sz="1900" kern="1200">
          <a:solidFill>
            <a:schemeClr val="tx1"/>
          </a:solidFill>
          <a:latin typeface="+mn-lt"/>
          <a:ea typeface="+mn-ea"/>
          <a:cs typeface="+mn-cs"/>
        </a:defRPr>
      </a:lvl3pPr>
      <a:lvl4pPr marL="1371450" algn="l" defTabSz="914301" rtl="0" eaLnBrk="1" latinLnBrk="0" hangingPunct="1">
        <a:defRPr sz="1900" kern="1200">
          <a:solidFill>
            <a:schemeClr val="tx1"/>
          </a:solidFill>
          <a:latin typeface="+mn-lt"/>
          <a:ea typeface="+mn-ea"/>
          <a:cs typeface="+mn-cs"/>
        </a:defRPr>
      </a:lvl4pPr>
      <a:lvl5pPr marL="1828603" algn="l" defTabSz="914301" rtl="0" eaLnBrk="1" latinLnBrk="0" hangingPunct="1">
        <a:defRPr sz="1900" kern="1200">
          <a:solidFill>
            <a:schemeClr val="tx1"/>
          </a:solidFill>
          <a:latin typeface="+mn-lt"/>
          <a:ea typeface="+mn-ea"/>
          <a:cs typeface="+mn-cs"/>
        </a:defRPr>
      </a:lvl5pPr>
      <a:lvl6pPr marL="2285751" algn="l" defTabSz="914301" rtl="0" eaLnBrk="1" latinLnBrk="0" hangingPunct="1">
        <a:defRPr sz="1900" kern="1200">
          <a:solidFill>
            <a:schemeClr val="tx1"/>
          </a:solidFill>
          <a:latin typeface="+mn-lt"/>
          <a:ea typeface="+mn-ea"/>
          <a:cs typeface="+mn-cs"/>
        </a:defRPr>
      </a:lvl6pPr>
      <a:lvl7pPr marL="2742902" algn="l" defTabSz="914301" rtl="0" eaLnBrk="1" latinLnBrk="0" hangingPunct="1">
        <a:defRPr sz="1900" kern="1200">
          <a:solidFill>
            <a:schemeClr val="tx1"/>
          </a:solidFill>
          <a:latin typeface="+mn-lt"/>
          <a:ea typeface="+mn-ea"/>
          <a:cs typeface="+mn-cs"/>
        </a:defRPr>
      </a:lvl7pPr>
      <a:lvl8pPr marL="3200053" algn="l" defTabSz="914301" rtl="0" eaLnBrk="1" latinLnBrk="0" hangingPunct="1">
        <a:defRPr sz="1900" kern="1200">
          <a:solidFill>
            <a:schemeClr val="tx1"/>
          </a:solidFill>
          <a:latin typeface="+mn-lt"/>
          <a:ea typeface="+mn-ea"/>
          <a:cs typeface="+mn-cs"/>
        </a:defRPr>
      </a:lvl8pPr>
      <a:lvl9pPr marL="3657204" algn="l" defTabSz="914301"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9"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79419" y="5943607"/>
            <a:ext cx="718614" cy="762001"/>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Lst>
  <p:hf hdr="0" dt="0"/>
  <p:txStyles>
    <p:titleStyle>
      <a:lvl1pPr algn="ctr" defTabSz="914301" rtl="0" eaLnBrk="1" latinLnBrk="0" hangingPunct="1">
        <a:spcBef>
          <a:spcPct val="0"/>
        </a:spcBef>
        <a:buNone/>
        <a:defRPr sz="4400" kern="1200">
          <a:solidFill>
            <a:schemeClr val="tx1"/>
          </a:solidFill>
          <a:latin typeface="+mj-lt"/>
          <a:ea typeface="+mj-ea"/>
          <a:cs typeface="+mj-cs"/>
        </a:defRPr>
      </a:lvl1pPr>
    </p:titleStyle>
    <p:bodyStyle>
      <a:lvl1pPr marL="342862" indent="-342862" algn="l" defTabSz="914301" rtl="0" eaLnBrk="1" latinLnBrk="0" hangingPunct="1">
        <a:spcBef>
          <a:spcPct val="20000"/>
        </a:spcBef>
        <a:buFont typeface="Arial" pitchFamily="34" charset="0"/>
        <a:buChar char="•"/>
        <a:defRPr sz="3201" kern="1200">
          <a:solidFill>
            <a:schemeClr val="tx1"/>
          </a:solidFill>
          <a:latin typeface="+mn-lt"/>
          <a:ea typeface="+mn-ea"/>
          <a:cs typeface="+mn-cs"/>
        </a:defRPr>
      </a:lvl1pPr>
      <a:lvl2pPr marL="742870" indent="-285719" algn="l" defTabSz="914301" rtl="0" eaLnBrk="1" latinLnBrk="0" hangingPunct="1">
        <a:spcBef>
          <a:spcPct val="20000"/>
        </a:spcBef>
        <a:buFont typeface="Arial" pitchFamily="34" charset="0"/>
        <a:buChar char="–"/>
        <a:defRPr sz="2801" kern="1200">
          <a:solidFill>
            <a:schemeClr val="tx1"/>
          </a:solidFill>
          <a:latin typeface="+mn-lt"/>
          <a:ea typeface="+mn-ea"/>
          <a:cs typeface="+mn-cs"/>
        </a:defRPr>
      </a:lvl2pPr>
      <a:lvl3pPr marL="1142876" indent="-228576" algn="l" defTabSz="914301"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160002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78"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7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7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01" rtl="0" eaLnBrk="1" latinLnBrk="0" hangingPunct="1">
        <a:defRPr sz="1900" kern="1200">
          <a:solidFill>
            <a:schemeClr val="tx1"/>
          </a:solidFill>
          <a:latin typeface="+mn-lt"/>
          <a:ea typeface="+mn-ea"/>
          <a:cs typeface="+mn-cs"/>
        </a:defRPr>
      </a:lvl1pPr>
      <a:lvl2pPr marL="457148" algn="l" defTabSz="914301" rtl="0" eaLnBrk="1" latinLnBrk="0" hangingPunct="1">
        <a:defRPr sz="1900" kern="1200">
          <a:solidFill>
            <a:schemeClr val="tx1"/>
          </a:solidFill>
          <a:latin typeface="+mn-lt"/>
          <a:ea typeface="+mn-ea"/>
          <a:cs typeface="+mn-cs"/>
        </a:defRPr>
      </a:lvl2pPr>
      <a:lvl3pPr marL="914301" algn="l" defTabSz="914301" rtl="0" eaLnBrk="1" latinLnBrk="0" hangingPunct="1">
        <a:defRPr sz="1900" kern="1200">
          <a:solidFill>
            <a:schemeClr val="tx1"/>
          </a:solidFill>
          <a:latin typeface="+mn-lt"/>
          <a:ea typeface="+mn-ea"/>
          <a:cs typeface="+mn-cs"/>
        </a:defRPr>
      </a:lvl3pPr>
      <a:lvl4pPr marL="1371450" algn="l" defTabSz="914301" rtl="0" eaLnBrk="1" latinLnBrk="0" hangingPunct="1">
        <a:defRPr sz="1900" kern="1200">
          <a:solidFill>
            <a:schemeClr val="tx1"/>
          </a:solidFill>
          <a:latin typeface="+mn-lt"/>
          <a:ea typeface="+mn-ea"/>
          <a:cs typeface="+mn-cs"/>
        </a:defRPr>
      </a:lvl4pPr>
      <a:lvl5pPr marL="1828603" algn="l" defTabSz="914301" rtl="0" eaLnBrk="1" latinLnBrk="0" hangingPunct="1">
        <a:defRPr sz="1900" kern="1200">
          <a:solidFill>
            <a:schemeClr val="tx1"/>
          </a:solidFill>
          <a:latin typeface="+mn-lt"/>
          <a:ea typeface="+mn-ea"/>
          <a:cs typeface="+mn-cs"/>
        </a:defRPr>
      </a:lvl5pPr>
      <a:lvl6pPr marL="2285751" algn="l" defTabSz="914301" rtl="0" eaLnBrk="1" latinLnBrk="0" hangingPunct="1">
        <a:defRPr sz="1900" kern="1200">
          <a:solidFill>
            <a:schemeClr val="tx1"/>
          </a:solidFill>
          <a:latin typeface="+mn-lt"/>
          <a:ea typeface="+mn-ea"/>
          <a:cs typeface="+mn-cs"/>
        </a:defRPr>
      </a:lvl6pPr>
      <a:lvl7pPr marL="2742902" algn="l" defTabSz="914301" rtl="0" eaLnBrk="1" latinLnBrk="0" hangingPunct="1">
        <a:defRPr sz="1900" kern="1200">
          <a:solidFill>
            <a:schemeClr val="tx1"/>
          </a:solidFill>
          <a:latin typeface="+mn-lt"/>
          <a:ea typeface="+mn-ea"/>
          <a:cs typeface="+mn-cs"/>
        </a:defRPr>
      </a:lvl7pPr>
      <a:lvl8pPr marL="3200053" algn="l" defTabSz="914301" rtl="0" eaLnBrk="1" latinLnBrk="0" hangingPunct="1">
        <a:defRPr sz="1900" kern="1200">
          <a:solidFill>
            <a:schemeClr val="tx1"/>
          </a:solidFill>
          <a:latin typeface="+mn-lt"/>
          <a:ea typeface="+mn-ea"/>
          <a:cs typeface="+mn-cs"/>
        </a:defRPr>
      </a:lvl8pPr>
      <a:lvl9pPr marL="3657204" algn="l" defTabSz="914301"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24" userDrawn="1">
          <p15:clr>
            <a:srgbClr val="F26B43"/>
          </p15:clr>
        </p15:guide>
        <p15:guide id="2" pos="383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79419" y="5943607"/>
            <a:ext cx="718614" cy="762001"/>
          </a:xfrm>
          <a:prstGeom prst="rect">
            <a:avLst/>
          </a:prstGeom>
        </p:spPr>
      </p:pic>
      <p:sp>
        <p:nvSpPr>
          <p:cNvPr id="6"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10"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hf hdr="0" dt="0"/>
  <p:txStyles>
    <p:titleStyle>
      <a:lvl1pPr algn="ctr" defTabSz="914301" rtl="0" eaLnBrk="1" latinLnBrk="0" hangingPunct="1">
        <a:spcBef>
          <a:spcPct val="0"/>
        </a:spcBef>
        <a:buNone/>
        <a:defRPr sz="4400" kern="1200">
          <a:solidFill>
            <a:schemeClr val="tx1"/>
          </a:solidFill>
          <a:latin typeface="+mj-lt"/>
          <a:ea typeface="+mj-ea"/>
          <a:cs typeface="+mj-cs"/>
        </a:defRPr>
      </a:lvl1pPr>
    </p:titleStyle>
    <p:bodyStyle>
      <a:lvl1pPr marL="342862" indent="-342862" algn="l" defTabSz="914301" rtl="0" eaLnBrk="1" latinLnBrk="0" hangingPunct="1">
        <a:spcBef>
          <a:spcPct val="20000"/>
        </a:spcBef>
        <a:buFont typeface="Arial" pitchFamily="34" charset="0"/>
        <a:buChar char="•"/>
        <a:defRPr sz="3201" kern="1200">
          <a:solidFill>
            <a:schemeClr val="tx1"/>
          </a:solidFill>
          <a:latin typeface="+mn-lt"/>
          <a:ea typeface="+mn-ea"/>
          <a:cs typeface="+mn-cs"/>
        </a:defRPr>
      </a:lvl1pPr>
      <a:lvl2pPr marL="742870" indent="-285719" algn="l" defTabSz="914301" rtl="0" eaLnBrk="1" latinLnBrk="0" hangingPunct="1">
        <a:spcBef>
          <a:spcPct val="20000"/>
        </a:spcBef>
        <a:buFont typeface="Arial" pitchFamily="34" charset="0"/>
        <a:buChar char="–"/>
        <a:defRPr sz="2801" kern="1200">
          <a:solidFill>
            <a:schemeClr val="tx1"/>
          </a:solidFill>
          <a:latin typeface="+mn-lt"/>
          <a:ea typeface="+mn-ea"/>
          <a:cs typeface="+mn-cs"/>
        </a:defRPr>
      </a:lvl2pPr>
      <a:lvl3pPr marL="1142876" indent="-228576" algn="l" defTabSz="914301"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160002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78"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7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7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01" rtl="0" eaLnBrk="1" latinLnBrk="0" hangingPunct="1">
        <a:defRPr sz="1900" kern="1200">
          <a:solidFill>
            <a:schemeClr val="tx1"/>
          </a:solidFill>
          <a:latin typeface="+mn-lt"/>
          <a:ea typeface="+mn-ea"/>
          <a:cs typeface="+mn-cs"/>
        </a:defRPr>
      </a:lvl1pPr>
      <a:lvl2pPr marL="457148" algn="l" defTabSz="914301" rtl="0" eaLnBrk="1" latinLnBrk="0" hangingPunct="1">
        <a:defRPr sz="1900" kern="1200">
          <a:solidFill>
            <a:schemeClr val="tx1"/>
          </a:solidFill>
          <a:latin typeface="+mn-lt"/>
          <a:ea typeface="+mn-ea"/>
          <a:cs typeface="+mn-cs"/>
        </a:defRPr>
      </a:lvl2pPr>
      <a:lvl3pPr marL="914301" algn="l" defTabSz="914301" rtl="0" eaLnBrk="1" latinLnBrk="0" hangingPunct="1">
        <a:defRPr sz="1900" kern="1200">
          <a:solidFill>
            <a:schemeClr val="tx1"/>
          </a:solidFill>
          <a:latin typeface="+mn-lt"/>
          <a:ea typeface="+mn-ea"/>
          <a:cs typeface="+mn-cs"/>
        </a:defRPr>
      </a:lvl3pPr>
      <a:lvl4pPr marL="1371450" algn="l" defTabSz="914301" rtl="0" eaLnBrk="1" latinLnBrk="0" hangingPunct="1">
        <a:defRPr sz="1900" kern="1200">
          <a:solidFill>
            <a:schemeClr val="tx1"/>
          </a:solidFill>
          <a:latin typeface="+mn-lt"/>
          <a:ea typeface="+mn-ea"/>
          <a:cs typeface="+mn-cs"/>
        </a:defRPr>
      </a:lvl4pPr>
      <a:lvl5pPr marL="1828603" algn="l" defTabSz="914301" rtl="0" eaLnBrk="1" latinLnBrk="0" hangingPunct="1">
        <a:defRPr sz="1900" kern="1200">
          <a:solidFill>
            <a:schemeClr val="tx1"/>
          </a:solidFill>
          <a:latin typeface="+mn-lt"/>
          <a:ea typeface="+mn-ea"/>
          <a:cs typeface="+mn-cs"/>
        </a:defRPr>
      </a:lvl5pPr>
      <a:lvl6pPr marL="2285751" algn="l" defTabSz="914301" rtl="0" eaLnBrk="1" latinLnBrk="0" hangingPunct="1">
        <a:defRPr sz="1900" kern="1200">
          <a:solidFill>
            <a:schemeClr val="tx1"/>
          </a:solidFill>
          <a:latin typeface="+mn-lt"/>
          <a:ea typeface="+mn-ea"/>
          <a:cs typeface="+mn-cs"/>
        </a:defRPr>
      </a:lvl6pPr>
      <a:lvl7pPr marL="2742902" algn="l" defTabSz="914301" rtl="0" eaLnBrk="1" latinLnBrk="0" hangingPunct="1">
        <a:defRPr sz="1900" kern="1200">
          <a:solidFill>
            <a:schemeClr val="tx1"/>
          </a:solidFill>
          <a:latin typeface="+mn-lt"/>
          <a:ea typeface="+mn-ea"/>
          <a:cs typeface="+mn-cs"/>
        </a:defRPr>
      </a:lvl7pPr>
      <a:lvl8pPr marL="3200053" algn="l" defTabSz="914301" rtl="0" eaLnBrk="1" latinLnBrk="0" hangingPunct="1">
        <a:defRPr sz="1900" kern="1200">
          <a:solidFill>
            <a:schemeClr val="tx1"/>
          </a:solidFill>
          <a:latin typeface="+mn-lt"/>
          <a:ea typeface="+mn-ea"/>
          <a:cs typeface="+mn-cs"/>
        </a:defRPr>
      </a:lvl8pPr>
      <a:lvl9pPr marL="3657204" algn="l" defTabSz="914301"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76" userDrawn="1">
          <p15:clr>
            <a:srgbClr val="F26B43"/>
          </p15:clr>
        </p15:guide>
        <p15:guide id="2" pos="3839"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79419" y="5943607"/>
            <a:ext cx="718614" cy="762001"/>
          </a:xfrm>
          <a:prstGeom prst="rect">
            <a:avLst/>
          </a:prstGeom>
        </p:spPr>
      </p:pic>
      <p:sp>
        <p:nvSpPr>
          <p:cNvPr id="6"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8"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extLst>
      <p:ext uri="{BB962C8B-B14F-4D97-AF65-F5344CB8AC3E}">
        <p14:creationId xmlns:p14="http://schemas.microsoft.com/office/powerpoint/2010/main" val="1390275292"/>
      </p:ext>
    </p:extLst>
  </p:cSld>
  <p:clrMap bg1="lt1" tx1="dk1" bg2="lt2" tx2="dk2" accent1="accent1" accent2="accent2" accent3="accent3" accent4="accent4" accent5="accent5" accent6="accent6" hlink="hlink" folHlink="folHlink"/>
  <p:sldLayoutIdLst>
    <p:sldLayoutId id="2147483656" r:id="rId1"/>
    <p:sldLayoutId id="2147483657" r:id="rId2"/>
  </p:sldLayoutIdLst>
  <p:hf hdr="0" dt="0"/>
  <p:txStyles>
    <p:titleStyle>
      <a:lvl1pPr algn="ctr" defTabSz="457148" rtl="0" eaLnBrk="1" latinLnBrk="0" hangingPunct="1">
        <a:spcBef>
          <a:spcPct val="0"/>
        </a:spcBef>
        <a:buNone/>
        <a:defRPr sz="4400" kern="1200">
          <a:solidFill>
            <a:schemeClr val="tx1"/>
          </a:solidFill>
          <a:latin typeface="+mj-lt"/>
          <a:ea typeface="+mj-ea"/>
          <a:cs typeface="+mj-cs"/>
        </a:defRPr>
      </a:lvl1pPr>
    </p:titleStyle>
    <p:bodyStyle>
      <a:lvl1pPr marL="342862" indent="-342862" algn="l" defTabSz="457148" rtl="0" eaLnBrk="1" latinLnBrk="0" hangingPunct="1">
        <a:spcBef>
          <a:spcPct val="20000"/>
        </a:spcBef>
        <a:buFont typeface="Arial"/>
        <a:buChar char="•"/>
        <a:defRPr sz="3201" kern="1200">
          <a:solidFill>
            <a:schemeClr val="tx1"/>
          </a:solidFill>
          <a:latin typeface="+mn-lt"/>
          <a:ea typeface="+mn-ea"/>
          <a:cs typeface="+mn-cs"/>
        </a:defRPr>
      </a:lvl1pPr>
      <a:lvl2pPr marL="742870" indent="-285719" algn="l" defTabSz="457148" rtl="0" eaLnBrk="1" latinLnBrk="0" hangingPunct="1">
        <a:spcBef>
          <a:spcPct val="20000"/>
        </a:spcBef>
        <a:buFont typeface="Arial"/>
        <a:buChar char="–"/>
        <a:defRPr sz="2801" kern="1200">
          <a:solidFill>
            <a:schemeClr val="tx1"/>
          </a:solidFill>
          <a:latin typeface="+mn-lt"/>
          <a:ea typeface="+mn-ea"/>
          <a:cs typeface="+mn-cs"/>
        </a:defRPr>
      </a:lvl2pPr>
      <a:lvl3pPr marL="1142876" indent="-228576" algn="l" defTabSz="457148" rtl="0" eaLnBrk="1" latinLnBrk="0" hangingPunct="1">
        <a:spcBef>
          <a:spcPct val="20000"/>
        </a:spcBef>
        <a:buFont typeface="Arial"/>
        <a:buChar char="•"/>
        <a:defRPr sz="2399" kern="1200">
          <a:solidFill>
            <a:schemeClr val="tx1"/>
          </a:solidFill>
          <a:latin typeface="+mn-lt"/>
          <a:ea typeface="+mn-ea"/>
          <a:cs typeface="+mn-cs"/>
        </a:defRPr>
      </a:lvl3pPr>
      <a:lvl4pPr marL="1600027" indent="-228576" algn="l" defTabSz="457148" rtl="0" eaLnBrk="1" latinLnBrk="0" hangingPunct="1">
        <a:spcBef>
          <a:spcPct val="20000"/>
        </a:spcBef>
        <a:buFont typeface="Arial"/>
        <a:buChar char="–"/>
        <a:defRPr sz="2000" kern="1200">
          <a:solidFill>
            <a:schemeClr val="tx1"/>
          </a:solidFill>
          <a:latin typeface="+mn-lt"/>
          <a:ea typeface="+mn-ea"/>
          <a:cs typeface="+mn-cs"/>
        </a:defRPr>
      </a:lvl4pPr>
      <a:lvl5pPr marL="2057178" indent="-228576" algn="l" defTabSz="457148" rtl="0" eaLnBrk="1" latinLnBrk="0" hangingPunct="1">
        <a:spcBef>
          <a:spcPct val="20000"/>
        </a:spcBef>
        <a:buFont typeface="Arial"/>
        <a:buChar char="»"/>
        <a:defRPr sz="2000" kern="1200">
          <a:solidFill>
            <a:schemeClr val="tx1"/>
          </a:solidFill>
          <a:latin typeface="+mn-lt"/>
          <a:ea typeface="+mn-ea"/>
          <a:cs typeface="+mn-cs"/>
        </a:defRPr>
      </a:lvl5pPr>
      <a:lvl6pPr marL="2514329" indent="-228576" algn="l" defTabSz="457148" rtl="0" eaLnBrk="1" latinLnBrk="0" hangingPunct="1">
        <a:spcBef>
          <a:spcPct val="20000"/>
        </a:spcBef>
        <a:buFont typeface="Arial"/>
        <a:buChar char="•"/>
        <a:defRPr sz="2000" kern="1200">
          <a:solidFill>
            <a:schemeClr val="tx1"/>
          </a:solidFill>
          <a:latin typeface="+mn-lt"/>
          <a:ea typeface="+mn-ea"/>
          <a:cs typeface="+mn-cs"/>
        </a:defRPr>
      </a:lvl6pPr>
      <a:lvl7pPr marL="2971477" indent="-228576" algn="l" defTabSz="457148" rtl="0" eaLnBrk="1" latinLnBrk="0" hangingPunct="1">
        <a:spcBef>
          <a:spcPct val="20000"/>
        </a:spcBef>
        <a:buFont typeface="Arial"/>
        <a:buChar char="•"/>
        <a:defRPr sz="2000" kern="1200">
          <a:solidFill>
            <a:schemeClr val="tx1"/>
          </a:solidFill>
          <a:latin typeface="+mn-lt"/>
          <a:ea typeface="+mn-ea"/>
          <a:cs typeface="+mn-cs"/>
        </a:defRPr>
      </a:lvl7pPr>
      <a:lvl8pPr marL="3428629" indent="-228576" algn="l" defTabSz="457148" rtl="0" eaLnBrk="1" latinLnBrk="0" hangingPunct="1">
        <a:spcBef>
          <a:spcPct val="20000"/>
        </a:spcBef>
        <a:buFont typeface="Arial"/>
        <a:buChar char="•"/>
        <a:defRPr sz="2000" kern="1200">
          <a:solidFill>
            <a:schemeClr val="tx1"/>
          </a:solidFill>
          <a:latin typeface="+mn-lt"/>
          <a:ea typeface="+mn-ea"/>
          <a:cs typeface="+mn-cs"/>
        </a:defRPr>
      </a:lvl8pPr>
      <a:lvl9pPr marL="3885779" indent="-228576" algn="l" defTabSz="457148"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48" rtl="0" eaLnBrk="1" latinLnBrk="0" hangingPunct="1">
        <a:defRPr sz="1900" kern="1200">
          <a:solidFill>
            <a:schemeClr val="tx1"/>
          </a:solidFill>
          <a:latin typeface="+mn-lt"/>
          <a:ea typeface="+mn-ea"/>
          <a:cs typeface="+mn-cs"/>
        </a:defRPr>
      </a:lvl1pPr>
      <a:lvl2pPr marL="457148" algn="l" defTabSz="457148" rtl="0" eaLnBrk="1" latinLnBrk="0" hangingPunct="1">
        <a:defRPr sz="1900" kern="1200">
          <a:solidFill>
            <a:schemeClr val="tx1"/>
          </a:solidFill>
          <a:latin typeface="+mn-lt"/>
          <a:ea typeface="+mn-ea"/>
          <a:cs typeface="+mn-cs"/>
        </a:defRPr>
      </a:lvl2pPr>
      <a:lvl3pPr marL="914301" algn="l" defTabSz="457148" rtl="0" eaLnBrk="1" latinLnBrk="0" hangingPunct="1">
        <a:defRPr sz="1900" kern="1200">
          <a:solidFill>
            <a:schemeClr val="tx1"/>
          </a:solidFill>
          <a:latin typeface="+mn-lt"/>
          <a:ea typeface="+mn-ea"/>
          <a:cs typeface="+mn-cs"/>
        </a:defRPr>
      </a:lvl3pPr>
      <a:lvl4pPr marL="1371450" algn="l" defTabSz="457148" rtl="0" eaLnBrk="1" latinLnBrk="0" hangingPunct="1">
        <a:defRPr sz="1900" kern="1200">
          <a:solidFill>
            <a:schemeClr val="tx1"/>
          </a:solidFill>
          <a:latin typeface="+mn-lt"/>
          <a:ea typeface="+mn-ea"/>
          <a:cs typeface="+mn-cs"/>
        </a:defRPr>
      </a:lvl4pPr>
      <a:lvl5pPr marL="1828603" algn="l" defTabSz="457148" rtl="0" eaLnBrk="1" latinLnBrk="0" hangingPunct="1">
        <a:defRPr sz="1900" kern="1200">
          <a:solidFill>
            <a:schemeClr val="tx1"/>
          </a:solidFill>
          <a:latin typeface="+mn-lt"/>
          <a:ea typeface="+mn-ea"/>
          <a:cs typeface="+mn-cs"/>
        </a:defRPr>
      </a:lvl5pPr>
      <a:lvl6pPr marL="2285751" algn="l" defTabSz="457148" rtl="0" eaLnBrk="1" latinLnBrk="0" hangingPunct="1">
        <a:defRPr sz="1900" kern="1200">
          <a:solidFill>
            <a:schemeClr val="tx1"/>
          </a:solidFill>
          <a:latin typeface="+mn-lt"/>
          <a:ea typeface="+mn-ea"/>
          <a:cs typeface="+mn-cs"/>
        </a:defRPr>
      </a:lvl6pPr>
      <a:lvl7pPr marL="2742902" algn="l" defTabSz="457148" rtl="0" eaLnBrk="1" latinLnBrk="0" hangingPunct="1">
        <a:defRPr sz="1900" kern="1200">
          <a:solidFill>
            <a:schemeClr val="tx1"/>
          </a:solidFill>
          <a:latin typeface="+mn-lt"/>
          <a:ea typeface="+mn-ea"/>
          <a:cs typeface="+mn-cs"/>
        </a:defRPr>
      </a:lvl7pPr>
      <a:lvl8pPr marL="3200053" algn="l" defTabSz="457148" rtl="0" eaLnBrk="1" latinLnBrk="0" hangingPunct="1">
        <a:defRPr sz="1900" kern="1200">
          <a:solidFill>
            <a:schemeClr val="tx1"/>
          </a:solidFill>
          <a:latin typeface="+mn-lt"/>
          <a:ea typeface="+mn-ea"/>
          <a:cs typeface="+mn-cs"/>
        </a:defRPr>
      </a:lvl8pPr>
      <a:lvl9pPr marL="3657204" algn="l" defTabSz="457148" rtl="0" eaLnBrk="1" latinLnBrk="0" hangingPunct="1">
        <a:defRPr sz="1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79419" y="5943607"/>
            <a:ext cx="718614" cy="762001"/>
          </a:xfrm>
          <a:prstGeom prst="rect">
            <a:avLst/>
          </a:prstGeom>
        </p:spPr>
      </p:pic>
      <p:sp>
        <p:nvSpPr>
          <p:cNvPr id="6"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8"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 bg1="lt1" tx1="dk1" bg2="lt2" tx2="dk2" accent1="accent1" accent2="accent2" accent3="accent3" accent4="accent4" accent5="accent5" accent6="accent6" hlink="hlink" folHlink="folHlink"/>
  <p:sldLayoutIdLst>
    <p:sldLayoutId id="2147483659" r:id="rId1"/>
  </p:sldLayoutIdLst>
  <p:hf hdr="0" dt="0"/>
  <p:txStyles>
    <p:titleStyle>
      <a:lvl1pPr algn="ctr" defTabSz="914301" rtl="0" eaLnBrk="1" latinLnBrk="0" hangingPunct="1">
        <a:spcBef>
          <a:spcPct val="0"/>
        </a:spcBef>
        <a:buNone/>
        <a:defRPr sz="4400" kern="1200">
          <a:solidFill>
            <a:schemeClr val="tx1"/>
          </a:solidFill>
          <a:latin typeface="+mj-lt"/>
          <a:ea typeface="+mj-ea"/>
          <a:cs typeface="+mj-cs"/>
        </a:defRPr>
      </a:lvl1pPr>
    </p:titleStyle>
    <p:bodyStyle>
      <a:lvl1pPr marL="342862" indent="-342862" algn="l" defTabSz="914301" rtl="0" eaLnBrk="1" latinLnBrk="0" hangingPunct="1">
        <a:spcBef>
          <a:spcPct val="20000"/>
        </a:spcBef>
        <a:buFont typeface="Arial" pitchFamily="34" charset="0"/>
        <a:buChar char="•"/>
        <a:defRPr sz="3201" kern="1200">
          <a:solidFill>
            <a:schemeClr val="tx1"/>
          </a:solidFill>
          <a:latin typeface="+mn-lt"/>
          <a:ea typeface="+mn-ea"/>
          <a:cs typeface="+mn-cs"/>
        </a:defRPr>
      </a:lvl1pPr>
      <a:lvl2pPr marL="742870" indent="-285719" algn="l" defTabSz="914301" rtl="0" eaLnBrk="1" latinLnBrk="0" hangingPunct="1">
        <a:spcBef>
          <a:spcPct val="20000"/>
        </a:spcBef>
        <a:buFont typeface="Arial" pitchFamily="34" charset="0"/>
        <a:buChar char="–"/>
        <a:defRPr sz="2801" kern="1200">
          <a:solidFill>
            <a:schemeClr val="tx1"/>
          </a:solidFill>
          <a:latin typeface="+mn-lt"/>
          <a:ea typeface="+mn-ea"/>
          <a:cs typeface="+mn-cs"/>
        </a:defRPr>
      </a:lvl2pPr>
      <a:lvl3pPr marL="1142876" indent="-228576" algn="l" defTabSz="914301"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160002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78"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7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7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01" rtl="0" eaLnBrk="1" latinLnBrk="0" hangingPunct="1">
        <a:defRPr sz="1900" kern="1200">
          <a:solidFill>
            <a:schemeClr val="tx1"/>
          </a:solidFill>
          <a:latin typeface="+mn-lt"/>
          <a:ea typeface="+mn-ea"/>
          <a:cs typeface="+mn-cs"/>
        </a:defRPr>
      </a:lvl1pPr>
      <a:lvl2pPr marL="457148" algn="l" defTabSz="914301" rtl="0" eaLnBrk="1" latinLnBrk="0" hangingPunct="1">
        <a:defRPr sz="1900" kern="1200">
          <a:solidFill>
            <a:schemeClr val="tx1"/>
          </a:solidFill>
          <a:latin typeface="+mn-lt"/>
          <a:ea typeface="+mn-ea"/>
          <a:cs typeface="+mn-cs"/>
        </a:defRPr>
      </a:lvl2pPr>
      <a:lvl3pPr marL="914301" algn="l" defTabSz="914301" rtl="0" eaLnBrk="1" latinLnBrk="0" hangingPunct="1">
        <a:defRPr sz="1900" kern="1200">
          <a:solidFill>
            <a:schemeClr val="tx1"/>
          </a:solidFill>
          <a:latin typeface="+mn-lt"/>
          <a:ea typeface="+mn-ea"/>
          <a:cs typeface="+mn-cs"/>
        </a:defRPr>
      </a:lvl3pPr>
      <a:lvl4pPr marL="1371450" algn="l" defTabSz="914301" rtl="0" eaLnBrk="1" latinLnBrk="0" hangingPunct="1">
        <a:defRPr sz="1900" kern="1200">
          <a:solidFill>
            <a:schemeClr val="tx1"/>
          </a:solidFill>
          <a:latin typeface="+mn-lt"/>
          <a:ea typeface="+mn-ea"/>
          <a:cs typeface="+mn-cs"/>
        </a:defRPr>
      </a:lvl4pPr>
      <a:lvl5pPr marL="1828603" algn="l" defTabSz="914301" rtl="0" eaLnBrk="1" latinLnBrk="0" hangingPunct="1">
        <a:defRPr sz="1900" kern="1200">
          <a:solidFill>
            <a:schemeClr val="tx1"/>
          </a:solidFill>
          <a:latin typeface="+mn-lt"/>
          <a:ea typeface="+mn-ea"/>
          <a:cs typeface="+mn-cs"/>
        </a:defRPr>
      </a:lvl5pPr>
      <a:lvl6pPr marL="2285751" algn="l" defTabSz="914301" rtl="0" eaLnBrk="1" latinLnBrk="0" hangingPunct="1">
        <a:defRPr sz="1900" kern="1200">
          <a:solidFill>
            <a:schemeClr val="tx1"/>
          </a:solidFill>
          <a:latin typeface="+mn-lt"/>
          <a:ea typeface="+mn-ea"/>
          <a:cs typeface="+mn-cs"/>
        </a:defRPr>
      </a:lvl6pPr>
      <a:lvl7pPr marL="2742902" algn="l" defTabSz="914301" rtl="0" eaLnBrk="1" latinLnBrk="0" hangingPunct="1">
        <a:defRPr sz="1900" kern="1200">
          <a:solidFill>
            <a:schemeClr val="tx1"/>
          </a:solidFill>
          <a:latin typeface="+mn-lt"/>
          <a:ea typeface="+mn-ea"/>
          <a:cs typeface="+mn-cs"/>
        </a:defRPr>
      </a:lvl7pPr>
      <a:lvl8pPr marL="3200053" algn="l" defTabSz="914301" rtl="0" eaLnBrk="1" latinLnBrk="0" hangingPunct="1">
        <a:defRPr sz="1900" kern="1200">
          <a:solidFill>
            <a:schemeClr val="tx1"/>
          </a:solidFill>
          <a:latin typeface="+mn-lt"/>
          <a:ea typeface="+mn-ea"/>
          <a:cs typeface="+mn-cs"/>
        </a:defRPr>
      </a:lvl8pPr>
      <a:lvl9pPr marL="3657204" algn="l" defTabSz="914301" rtl="0" eaLnBrk="1" latinLnBrk="0" hangingPunct="1">
        <a:defRPr sz="19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79419" y="5943607"/>
            <a:ext cx="718614" cy="762001"/>
          </a:xfrm>
          <a:prstGeom prst="rect">
            <a:avLst/>
          </a:prstGeom>
        </p:spPr>
      </p:pic>
      <p:sp>
        <p:nvSpPr>
          <p:cNvPr id="6"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sz="1600">
                <a:solidFill>
                  <a:schemeClr val="tx2"/>
                </a:solidFill>
                <a:latin typeface="+mn-lt"/>
              </a:defRPr>
            </a:lvl1pPr>
          </a:lstStyle>
          <a:p>
            <a:pPr defTabSz="1219009"/>
            <a:endParaRPr lang="en-US" dirty="0">
              <a:solidFill>
                <a:srgbClr val="1F497D"/>
              </a:solidFill>
            </a:endParaRPr>
          </a:p>
        </p:txBody>
      </p:sp>
      <p:sp>
        <p:nvSpPr>
          <p:cNvPr id="8"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 bg1="lt1" tx1="dk1" bg2="lt2" tx2="dk2" accent1="accent1" accent2="accent2" accent3="accent3" accent4="accent4" accent5="accent5" accent6="accent6" hlink="hlink" folHlink="folHlink"/>
  <p:sldLayoutIdLst>
    <p:sldLayoutId id="2147483673" r:id="rId1"/>
  </p:sldLayoutIdLst>
  <p:hf hdr="0" dt="0"/>
  <p:txStyles>
    <p:titleStyle>
      <a:lvl1pPr algn="ctr" defTabSz="914301" rtl="0" eaLnBrk="1" latinLnBrk="0" hangingPunct="1">
        <a:spcBef>
          <a:spcPct val="0"/>
        </a:spcBef>
        <a:buNone/>
        <a:defRPr sz="4400" kern="1200">
          <a:solidFill>
            <a:schemeClr val="tx1"/>
          </a:solidFill>
          <a:latin typeface="+mj-lt"/>
          <a:ea typeface="+mj-ea"/>
          <a:cs typeface="+mj-cs"/>
        </a:defRPr>
      </a:lvl1pPr>
    </p:titleStyle>
    <p:bodyStyle>
      <a:lvl1pPr marL="342862" indent="-342862" algn="l" defTabSz="914301" rtl="0" eaLnBrk="1" latinLnBrk="0" hangingPunct="1">
        <a:spcBef>
          <a:spcPct val="20000"/>
        </a:spcBef>
        <a:buFont typeface="Arial" pitchFamily="34" charset="0"/>
        <a:buChar char="•"/>
        <a:defRPr sz="3201" kern="1200">
          <a:solidFill>
            <a:schemeClr val="tx1"/>
          </a:solidFill>
          <a:latin typeface="+mn-lt"/>
          <a:ea typeface="+mn-ea"/>
          <a:cs typeface="+mn-cs"/>
        </a:defRPr>
      </a:lvl1pPr>
      <a:lvl2pPr marL="742870" indent="-285719" algn="l" defTabSz="914301" rtl="0" eaLnBrk="1" latinLnBrk="0" hangingPunct="1">
        <a:spcBef>
          <a:spcPct val="20000"/>
        </a:spcBef>
        <a:buFont typeface="Arial" pitchFamily="34" charset="0"/>
        <a:buChar char="–"/>
        <a:defRPr sz="2801" kern="1200">
          <a:solidFill>
            <a:schemeClr val="tx1"/>
          </a:solidFill>
          <a:latin typeface="+mn-lt"/>
          <a:ea typeface="+mn-ea"/>
          <a:cs typeface="+mn-cs"/>
        </a:defRPr>
      </a:lvl2pPr>
      <a:lvl3pPr marL="1142876" indent="-228576" algn="l" defTabSz="914301"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160002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78"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7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7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01" rtl="0" eaLnBrk="1" latinLnBrk="0" hangingPunct="1">
        <a:defRPr sz="1900" kern="1200">
          <a:solidFill>
            <a:schemeClr val="tx1"/>
          </a:solidFill>
          <a:latin typeface="+mn-lt"/>
          <a:ea typeface="+mn-ea"/>
          <a:cs typeface="+mn-cs"/>
        </a:defRPr>
      </a:lvl1pPr>
      <a:lvl2pPr marL="457148" algn="l" defTabSz="914301" rtl="0" eaLnBrk="1" latinLnBrk="0" hangingPunct="1">
        <a:defRPr sz="1900" kern="1200">
          <a:solidFill>
            <a:schemeClr val="tx1"/>
          </a:solidFill>
          <a:latin typeface="+mn-lt"/>
          <a:ea typeface="+mn-ea"/>
          <a:cs typeface="+mn-cs"/>
        </a:defRPr>
      </a:lvl2pPr>
      <a:lvl3pPr marL="914301" algn="l" defTabSz="914301" rtl="0" eaLnBrk="1" latinLnBrk="0" hangingPunct="1">
        <a:defRPr sz="1900" kern="1200">
          <a:solidFill>
            <a:schemeClr val="tx1"/>
          </a:solidFill>
          <a:latin typeface="+mn-lt"/>
          <a:ea typeface="+mn-ea"/>
          <a:cs typeface="+mn-cs"/>
        </a:defRPr>
      </a:lvl3pPr>
      <a:lvl4pPr marL="1371450" algn="l" defTabSz="914301" rtl="0" eaLnBrk="1" latinLnBrk="0" hangingPunct="1">
        <a:defRPr sz="1900" kern="1200">
          <a:solidFill>
            <a:schemeClr val="tx1"/>
          </a:solidFill>
          <a:latin typeface="+mn-lt"/>
          <a:ea typeface="+mn-ea"/>
          <a:cs typeface="+mn-cs"/>
        </a:defRPr>
      </a:lvl4pPr>
      <a:lvl5pPr marL="1828603" algn="l" defTabSz="914301" rtl="0" eaLnBrk="1" latinLnBrk="0" hangingPunct="1">
        <a:defRPr sz="1900" kern="1200">
          <a:solidFill>
            <a:schemeClr val="tx1"/>
          </a:solidFill>
          <a:latin typeface="+mn-lt"/>
          <a:ea typeface="+mn-ea"/>
          <a:cs typeface="+mn-cs"/>
        </a:defRPr>
      </a:lvl5pPr>
      <a:lvl6pPr marL="2285751" algn="l" defTabSz="914301" rtl="0" eaLnBrk="1" latinLnBrk="0" hangingPunct="1">
        <a:defRPr sz="1900" kern="1200">
          <a:solidFill>
            <a:schemeClr val="tx1"/>
          </a:solidFill>
          <a:latin typeface="+mn-lt"/>
          <a:ea typeface="+mn-ea"/>
          <a:cs typeface="+mn-cs"/>
        </a:defRPr>
      </a:lvl6pPr>
      <a:lvl7pPr marL="2742902" algn="l" defTabSz="914301" rtl="0" eaLnBrk="1" latinLnBrk="0" hangingPunct="1">
        <a:defRPr sz="1900" kern="1200">
          <a:solidFill>
            <a:schemeClr val="tx1"/>
          </a:solidFill>
          <a:latin typeface="+mn-lt"/>
          <a:ea typeface="+mn-ea"/>
          <a:cs typeface="+mn-cs"/>
        </a:defRPr>
      </a:lvl7pPr>
      <a:lvl8pPr marL="3200053" algn="l" defTabSz="914301" rtl="0" eaLnBrk="1" latinLnBrk="0" hangingPunct="1">
        <a:defRPr sz="1900" kern="1200">
          <a:solidFill>
            <a:schemeClr val="tx1"/>
          </a:solidFill>
          <a:latin typeface="+mn-lt"/>
          <a:ea typeface="+mn-ea"/>
          <a:cs typeface="+mn-cs"/>
        </a:defRPr>
      </a:lvl8pPr>
      <a:lvl9pPr marL="3657204" algn="l" defTabSz="914301" rtl="0" eaLnBrk="1" latinLnBrk="0" hangingPunct="1">
        <a:defRPr sz="19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79419" y="5943607"/>
            <a:ext cx="718614" cy="762001"/>
          </a:xfrm>
          <a:prstGeom prst="rect">
            <a:avLst/>
          </a:prstGeom>
        </p:spPr>
      </p:pic>
      <p:sp>
        <p:nvSpPr>
          <p:cNvPr id="8" name="Footer Placeholder 8"/>
          <p:cNvSpPr>
            <a:spLocks noGrp="1"/>
          </p:cNvSpPr>
          <p:nvPr>
            <p:ph type="ftr" sz="quarter" idx="3"/>
          </p:nvPr>
        </p:nvSpPr>
        <p:spPr>
          <a:xfrm>
            <a:off x="1214794" y="6422441"/>
            <a:ext cx="3860800" cy="366183"/>
          </a:xfrm>
          <a:prstGeom prst="rect">
            <a:avLst/>
          </a:prstGeom>
        </p:spPr>
        <p:txBody>
          <a:bodyPr vert="horz" lIns="91427" tIns="45713" rIns="91427" bIns="45713" rtlCol="0" anchor="t"/>
          <a:lstStyle>
            <a:lvl1pPr algn="l">
              <a:defRPr lang="en-US" sz="1600" kern="1200" dirty="0">
                <a:solidFill>
                  <a:srgbClr val="1F497D"/>
                </a:solidFill>
                <a:latin typeface="+mn-lt"/>
                <a:ea typeface="+mn-ea"/>
                <a:cs typeface="+mn-cs"/>
              </a:defRPr>
            </a:lvl1pPr>
          </a:lstStyle>
          <a:p>
            <a:pPr defTabSz="1219009"/>
            <a:endParaRPr lang="en-US"/>
          </a:p>
        </p:txBody>
      </p:sp>
      <p:sp>
        <p:nvSpPr>
          <p:cNvPr id="6" name="Slide Number Placeholder 9"/>
          <p:cNvSpPr>
            <a:spLocks noGrp="1"/>
          </p:cNvSpPr>
          <p:nvPr>
            <p:ph type="sldNum" sz="quarter" idx="4"/>
          </p:nvPr>
        </p:nvSpPr>
        <p:spPr>
          <a:xfrm>
            <a:off x="11199819" y="6415628"/>
            <a:ext cx="609600" cy="366183"/>
          </a:xfrm>
          <a:prstGeom prst="rect">
            <a:avLst/>
          </a:prstGeom>
        </p:spPr>
        <p:txBody>
          <a:bodyPr vert="horz" lIns="91427" tIns="45713" rIns="91427" bIns="45713" rtlCol="0" anchor="ctr"/>
          <a:lstStyle>
            <a:lvl1pPr algn="r">
              <a:defRPr sz="1200">
                <a:solidFill>
                  <a:schemeClr val="tx2"/>
                </a:solidFill>
                <a:latin typeface="Zurich Lt BT" pitchFamily="34" charset="0"/>
              </a:defRPr>
            </a:lvl1pPr>
          </a:lstStyle>
          <a:p>
            <a:fld id="{050E451D-5525-4539-B07D-AF98FB2E324F}" type="slidenum">
              <a:rPr lang="en-US" smtClean="0">
                <a:solidFill>
                  <a:srgbClr val="1F497D"/>
                </a:solidFill>
              </a:rPr>
              <a:pPr/>
              <a:t>‹#›</a:t>
            </a:fld>
            <a:endParaRPr lang="en-US" dirty="0">
              <a:solidFill>
                <a:srgbClr val="1F497D"/>
              </a:solidFill>
            </a:endParaRPr>
          </a:p>
        </p:txBody>
      </p:sp>
    </p:spTree>
  </p:cSld>
  <p:clrMap bg1="lt1" tx1="dk1" bg2="lt2" tx2="dk2" accent1="accent1" accent2="accent2" accent3="accent3" accent4="accent4" accent5="accent5" accent6="accent6" hlink="hlink" folHlink="folHlink"/>
  <p:sldLayoutIdLst>
    <p:sldLayoutId id="2147483665" r:id="rId1"/>
  </p:sldLayoutIdLst>
  <p:hf hdr="0" dt="0"/>
  <p:txStyles>
    <p:titleStyle>
      <a:lvl1pPr algn="ctr" defTabSz="914301" rtl="0" eaLnBrk="1" latinLnBrk="0" hangingPunct="1">
        <a:spcBef>
          <a:spcPct val="0"/>
        </a:spcBef>
        <a:buNone/>
        <a:defRPr sz="4400" kern="1200">
          <a:solidFill>
            <a:schemeClr val="tx1"/>
          </a:solidFill>
          <a:latin typeface="+mj-lt"/>
          <a:ea typeface="+mj-ea"/>
          <a:cs typeface="+mj-cs"/>
        </a:defRPr>
      </a:lvl1pPr>
    </p:titleStyle>
    <p:bodyStyle>
      <a:lvl1pPr marL="342862" indent="-342862" algn="l" defTabSz="914301" rtl="0" eaLnBrk="1" latinLnBrk="0" hangingPunct="1">
        <a:spcBef>
          <a:spcPct val="20000"/>
        </a:spcBef>
        <a:buFont typeface="Arial" pitchFamily="34" charset="0"/>
        <a:buChar char="•"/>
        <a:defRPr sz="3201" kern="1200">
          <a:solidFill>
            <a:schemeClr val="tx1"/>
          </a:solidFill>
          <a:latin typeface="+mn-lt"/>
          <a:ea typeface="+mn-ea"/>
          <a:cs typeface="+mn-cs"/>
        </a:defRPr>
      </a:lvl1pPr>
      <a:lvl2pPr marL="742870" indent="-285719" algn="l" defTabSz="914301" rtl="0" eaLnBrk="1" latinLnBrk="0" hangingPunct="1">
        <a:spcBef>
          <a:spcPct val="20000"/>
        </a:spcBef>
        <a:buFont typeface="Arial" pitchFamily="34" charset="0"/>
        <a:buChar char="–"/>
        <a:defRPr sz="2801" kern="1200">
          <a:solidFill>
            <a:schemeClr val="tx1"/>
          </a:solidFill>
          <a:latin typeface="+mn-lt"/>
          <a:ea typeface="+mn-ea"/>
          <a:cs typeface="+mn-cs"/>
        </a:defRPr>
      </a:lvl2pPr>
      <a:lvl3pPr marL="1142876" indent="-228576" algn="l" defTabSz="914301"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160002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78"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77"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2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79" indent="-228576" algn="l" defTabSz="91430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01" rtl="0" eaLnBrk="1" latinLnBrk="0" hangingPunct="1">
        <a:defRPr sz="1900" kern="1200">
          <a:solidFill>
            <a:schemeClr val="tx1"/>
          </a:solidFill>
          <a:latin typeface="+mn-lt"/>
          <a:ea typeface="+mn-ea"/>
          <a:cs typeface="+mn-cs"/>
        </a:defRPr>
      </a:lvl1pPr>
      <a:lvl2pPr marL="457148" algn="l" defTabSz="914301" rtl="0" eaLnBrk="1" latinLnBrk="0" hangingPunct="1">
        <a:defRPr sz="1900" kern="1200">
          <a:solidFill>
            <a:schemeClr val="tx1"/>
          </a:solidFill>
          <a:latin typeface="+mn-lt"/>
          <a:ea typeface="+mn-ea"/>
          <a:cs typeface="+mn-cs"/>
        </a:defRPr>
      </a:lvl2pPr>
      <a:lvl3pPr marL="914301" algn="l" defTabSz="914301" rtl="0" eaLnBrk="1" latinLnBrk="0" hangingPunct="1">
        <a:defRPr sz="1900" kern="1200">
          <a:solidFill>
            <a:schemeClr val="tx1"/>
          </a:solidFill>
          <a:latin typeface="+mn-lt"/>
          <a:ea typeface="+mn-ea"/>
          <a:cs typeface="+mn-cs"/>
        </a:defRPr>
      </a:lvl3pPr>
      <a:lvl4pPr marL="1371450" algn="l" defTabSz="914301" rtl="0" eaLnBrk="1" latinLnBrk="0" hangingPunct="1">
        <a:defRPr sz="1900" kern="1200">
          <a:solidFill>
            <a:schemeClr val="tx1"/>
          </a:solidFill>
          <a:latin typeface="+mn-lt"/>
          <a:ea typeface="+mn-ea"/>
          <a:cs typeface="+mn-cs"/>
        </a:defRPr>
      </a:lvl4pPr>
      <a:lvl5pPr marL="1828603" algn="l" defTabSz="914301" rtl="0" eaLnBrk="1" latinLnBrk="0" hangingPunct="1">
        <a:defRPr sz="1900" kern="1200">
          <a:solidFill>
            <a:schemeClr val="tx1"/>
          </a:solidFill>
          <a:latin typeface="+mn-lt"/>
          <a:ea typeface="+mn-ea"/>
          <a:cs typeface="+mn-cs"/>
        </a:defRPr>
      </a:lvl5pPr>
      <a:lvl6pPr marL="2285751" algn="l" defTabSz="914301" rtl="0" eaLnBrk="1" latinLnBrk="0" hangingPunct="1">
        <a:defRPr sz="1900" kern="1200">
          <a:solidFill>
            <a:schemeClr val="tx1"/>
          </a:solidFill>
          <a:latin typeface="+mn-lt"/>
          <a:ea typeface="+mn-ea"/>
          <a:cs typeface="+mn-cs"/>
        </a:defRPr>
      </a:lvl6pPr>
      <a:lvl7pPr marL="2742902" algn="l" defTabSz="914301" rtl="0" eaLnBrk="1" latinLnBrk="0" hangingPunct="1">
        <a:defRPr sz="1900" kern="1200">
          <a:solidFill>
            <a:schemeClr val="tx1"/>
          </a:solidFill>
          <a:latin typeface="+mn-lt"/>
          <a:ea typeface="+mn-ea"/>
          <a:cs typeface="+mn-cs"/>
        </a:defRPr>
      </a:lvl7pPr>
      <a:lvl8pPr marL="3200053" algn="l" defTabSz="914301" rtl="0" eaLnBrk="1" latinLnBrk="0" hangingPunct="1">
        <a:defRPr sz="1900" kern="1200">
          <a:solidFill>
            <a:schemeClr val="tx1"/>
          </a:solidFill>
          <a:latin typeface="+mn-lt"/>
          <a:ea typeface="+mn-ea"/>
          <a:cs typeface="+mn-cs"/>
        </a:defRPr>
      </a:lvl8pPr>
      <a:lvl9pPr marL="3657204" algn="l" defTabSz="914301"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cid:image004.jpg@01D5B031.AEE75560" TargetMode="External"/><Relationship Id="rId2" Type="http://schemas.openxmlformats.org/officeDocument/2006/relationships/image" Target="../media/image6.jpeg"/><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cid:image004.jpg@01D5B031.AEE75560" TargetMode="External"/><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s://www.sslshopper.com/certificate-decoder.html" TargetMode="External"/><Relationship Id="rId2" Type="http://schemas.openxmlformats.org/officeDocument/2006/relationships/image" Target="../media/image18.png"/><Relationship Id="rId1" Type="http://schemas.openxmlformats.org/officeDocument/2006/relationships/slideLayout" Target="../slideLayouts/slideLayout9.xml"/><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931012" y="2971800"/>
            <a:ext cx="7411800" cy="1250880"/>
          </a:xfrm>
        </p:spPr>
        <p:txBody>
          <a:bodyPr/>
          <a:lstStyle/>
          <a:p>
            <a:r>
              <a:rPr lang="en-US" dirty="0"/>
              <a:t>UPI Collection API –Product Details</a:t>
            </a:r>
          </a:p>
        </p:txBody>
      </p:sp>
    </p:spTree>
    <p:extLst>
      <p:ext uri="{BB962C8B-B14F-4D97-AF65-F5344CB8AC3E}">
        <p14:creationId xmlns:p14="http://schemas.microsoft.com/office/powerpoint/2010/main" val="968618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 y="-7374"/>
            <a:ext cx="12188825" cy="442939"/>
          </a:xfrm>
        </p:spPr>
        <p:txBody>
          <a:bodyPr/>
          <a:lstStyle/>
          <a:p>
            <a:pPr algn="ctr"/>
            <a:r>
              <a:rPr lang="en-IN" dirty="0"/>
              <a:t>UPI API</a:t>
            </a:r>
            <a:endParaRPr lang="en-US" dirty="0"/>
          </a:p>
        </p:txBody>
      </p:sp>
      <p:sp>
        <p:nvSpPr>
          <p:cNvPr id="5" name="Text Placeholder 4"/>
          <p:cNvSpPr>
            <a:spLocks noGrp="1"/>
          </p:cNvSpPr>
          <p:nvPr>
            <p:ph type="body" sz="quarter" idx="17"/>
          </p:nvPr>
        </p:nvSpPr>
        <p:spPr>
          <a:xfrm>
            <a:off x="227012" y="685800"/>
            <a:ext cx="3922673" cy="5257800"/>
          </a:xfrm>
        </p:spPr>
        <p:txBody>
          <a:bodyPr/>
          <a:lstStyle/>
          <a:p>
            <a:pPr marL="0" indent="0">
              <a:buNone/>
            </a:pPr>
            <a:r>
              <a:rPr lang="en-US" sz="1400" b="1" dirty="0">
                <a:latin typeface="Mulish SemiBold" pitchFamily="2" charset="0"/>
              </a:rPr>
              <a:t>Dynamic QR/ Intent API</a:t>
            </a:r>
          </a:p>
          <a:p>
            <a:pPr marL="0" indent="0">
              <a:buNone/>
            </a:pPr>
            <a:endParaRPr lang="en-US" sz="1100" dirty="0">
              <a:latin typeface="Mulish SemiBold" pitchFamily="2" charset="0"/>
            </a:endParaRPr>
          </a:p>
          <a:p>
            <a:pPr marL="0" indent="0">
              <a:buNone/>
            </a:pPr>
            <a:r>
              <a:rPr lang="en-US" sz="1100" dirty="0">
                <a:latin typeface="Mulish SemiBold" pitchFamily="2" charset="0"/>
              </a:rPr>
              <a:t>It is a method to receive the payment over a QR code which is created and displayed on Merchant ‘s POS device or a screen to display with dynamic values including the receivable amount. Dynamic QR Code has amount and transaction reference (Bill number/Order ID) embedded in it. </a:t>
            </a:r>
          </a:p>
          <a:p>
            <a:pPr marL="0" indent="0">
              <a:buNone/>
            </a:pPr>
            <a:r>
              <a:rPr lang="en-IN" sz="1100" dirty="0">
                <a:latin typeface="Mulish SemiBold" pitchFamily="2" charset="0"/>
              </a:rPr>
              <a:t>Once scanned, customer has to just verify the amount and enter the PIN in his UPI App to make the payment.</a:t>
            </a:r>
          </a:p>
          <a:p>
            <a:pPr marL="0" indent="0">
              <a:buNone/>
            </a:pPr>
            <a:endParaRPr lang="en-IN" sz="1100" dirty="0">
              <a:latin typeface="Mulish SemiBold" pitchFamily="2" charset="0"/>
            </a:endParaRPr>
          </a:p>
          <a:p>
            <a:pPr marL="0" indent="0">
              <a:buNone/>
            </a:pPr>
            <a:r>
              <a:rPr lang="en-US" sz="1100" dirty="0">
                <a:latin typeface="Mulish SemiBold" pitchFamily="2" charset="0"/>
              </a:rPr>
              <a:t>Benefits:</a:t>
            </a:r>
          </a:p>
          <a:p>
            <a:pPr marL="0" indent="0">
              <a:buNone/>
            </a:pPr>
            <a:endParaRPr lang="en-US" sz="1100" dirty="0">
              <a:latin typeface="Mulish SemiBold" pitchFamily="2" charset="0"/>
            </a:endParaRPr>
          </a:p>
          <a:p>
            <a:pPr marL="0" indent="0">
              <a:lnSpc>
                <a:spcPct val="150000"/>
              </a:lnSpc>
              <a:buNone/>
            </a:pPr>
            <a:r>
              <a:rPr lang="en-US" sz="1100" dirty="0">
                <a:latin typeface="Mulish SemiBold" pitchFamily="2" charset="0"/>
              </a:rPr>
              <a:t>• Helps in transaction level recon basis the transaction     </a:t>
            </a:r>
          </a:p>
          <a:p>
            <a:pPr marL="0" indent="0">
              <a:lnSpc>
                <a:spcPct val="150000"/>
              </a:lnSpc>
              <a:buNone/>
            </a:pPr>
            <a:r>
              <a:rPr lang="en-US" sz="1100" dirty="0">
                <a:latin typeface="Mulish SemiBold" pitchFamily="2" charset="0"/>
              </a:rPr>
              <a:t>   reference parameter</a:t>
            </a:r>
          </a:p>
          <a:p>
            <a:pPr marL="0" indent="0">
              <a:lnSpc>
                <a:spcPct val="150000"/>
              </a:lnSpc>
              <a:buNone/>
            </a:pPr>
            <a:r>
              <a:rPr lang="en-US" sz="1100" dirty="0">
                <a:latin typeface="Mulish SemiBold" pitchFamily="2" charset="0"/>
              </a:rPr>
              <a:t>• Instant refund can be triggered by Merchant</a:t>
            </a:r>
          </a:p>
          <a:p>
            <a:pPr marL="0" indent="0">
              <a:lnSpc>
                <a:spcPct val="150000"/>
              </a:lnSpc>
              <a:buNone/>
            </a:pPr>
            <a:r>
              <a:rPr lang="en-US" sz="1100" dirty="0">
                <a:latin typeface="Mulish SemiBold" pitchFamily="2" charset="0"/>
              </a:rPr>
              <a:t>• Preferred by retail merchants in the offline space.</a:t>
            </a:r>
          </a:p>
          <a:p>
            <a:pPr marL="0" indent="0">
              <a:buNone/>
            </a:pPr>
            <a:endParaRPr lang="en-US" sz="1100" dirty="0">
              <a:latin typeface="Mulish SemiBold" pitchFamily="2" charset="0"/>
            </a:endParaRPr>
          </a:p>
          <a:p>
            <a:pPr marL="0" indent="0">
              <a:buNone/>
            </a:pPr>
            <a:r>
              <a:rPr lang="en-US" sz="1100" dirty="0">
                <a:latin typeface="Mulish SemiBold" pitchFamily="2" charset="0"/>
              </a:rPr>
              <a:t>Payer can’t change the amount in this QR. It’s generated usually on digital screen such laptop/mobile app.</a:t>
            </a:r>
          </a:p>
          <a:p>
            <a:pPr marL="0" indent="0">
              <a:buNone/>
            </a:pPr>
            <a:endParaRPr lang="en-US" sz="1100" dirty="0">
              <a:latin typeface="Mulish SemiBold" pitchFamily="2" charset="0"/>
            </a:endParaRPr>
          </a:p>
          <a:p>
            <a:pPr marL="0" indent="0">
              <a:buNone/>
            </a:pPr>
            <a:r>
              <a:rPr lang="en-US" sz="1100" dirty="0">
                <a:latin typeface="Mulish SemiBold" pitchFamily="2" charset="0"/>
              </a:rPr>
              <a:t>Since dynamic QR is unique for each transaction it’s easy for reconciliation. It enables quick invoice reconciliation. Merchant can get status of transaction based on reference id mentioned in QR string.</a:t>
            </a:r>
          </a:p>
          <a:p>
            <a:pPr marL="0" indent="0">
              <a:buNone/>
            </a:pPr>
            <a:endParaRPr lang="en-US" sz="1100" dirty="0">
              <a:latin typeface="Mulish SemiBold" pitchFamily="2" charset="0"/>
            </a:endParaRPr>
          </a:p>
        </p:txBody>
      </p:sp>
      <p:sp>
        <p:nvSpPr>
          <p:cNvPr id="6" name="Slide Number Placeholder 5"/>
          <p:cNvSpPr>
            <a:spLocks noGrp="1"/>
          </p:cNvSpPr>
          <p:nvPr>
            <p:ph type="sldNum" sz="quarter" idx="4"/>
          </p:nvPr>
        </p:nvSpPr>
        <p:spPr/>
        <p:txBody>
          <a:bodyPr/>
          <a:lstStyle/>
          <a:p>
            <a:fld id="{050E451D-5525-4539-B07D-AF98FB2E324F}" type="slidenum">
              <a:rPr lang="en-US" smtClean="0">
                <a:solidFill>
                  <a:srgbClr val="1F497D"/>
                </a:solidFill>
              </a:rPr>
              <a:pPr/>
              <a:t>2</a:t>
            </a:fld>
            <a:endParaRPr lang="en-US" dirty="0">
              <a:solidFill>
                <a:srgbClr val="1F497D"/>
              </a:solidFill>
            </a:endParaRPr>
          </a:p>
        </p:txBody>
      </p:sp>
      <p:sp>
        <p:nvSpPr>
          <p:cNvPr id="8" name="Text Placeholder 4"/>
          <p:cNvSpPr>
            <a:spLocks noGrp="1"/>
          </p:cNvSpPr>
          <p:nvPr>
            <p:ph type="body" sz="quarter" idx="17"/>
          </p:nvPr>
        </p:nvSpPr>
        <p:spPr>
          <a:xfrm>
            <a:off x="4341812" y="687770"/>
            <a:ext cx="3882954" cy="6017829"/>
          </a:xfrm>
        </p:spPr>
        <p:txBody>
          <a:bodyPr/>
          <a:lstStyle/>
          <a:p>
            <a:pPr marL="0" indent="0">
              <a:buNone/>
            </a:pPr>
            <a:r>
              <a:rPr lang="en-US" sz="1400" dirty="0">
                <a:latin typeface="Mulish SemiBold" pitchFamily="2" charset="0"/>
              </a:rPr>
              <a:t>Static QR API</a:t>
            </a:r>
          </a:p>
          <a:p>
            <a:pPr marL="0" indent="0">
              <a:buNone/>
            </a:pPr>
            <a:endParaRPr lang="en-US" sz="1100" dirty="0">
              <a:latin typeface="Mulish SemiBold" pitchFamily="2" charset="0"/>
            </a:endParaRPr>
          </a:p>
          <a:p>
            <a:pPr marL="0" indent="0">
              <a:buNone/>
            </a:pPr>
            <a:r>
              <a:rPr lang="en-US" sz="1100" dirty="0">
                <a:latin typeface="Mulish SemiBold" pitchFamily="2" charset="0"/>
              </a:rPr>
              <a:t>It is a method to receive the payment on a QR Code pasted on the merchant’s shop. The QR Code has the merchant’s UPI VPA embedded in it, which enables the payment to the merchant. Customer has to manually enter the payable amount before entering the PIN.</a:t>
            </a:r>
          </a:p>
          <a:p>
            <a:pPr marL="0" indent="0">
              <a:buNone/>
            </a:pPr>
            <a:endParaRPr lang="en-IN" sz="1100" dirty="0">
              <a:latin typeface="Mulish SemiBold" pitchFamily="2" charset="0"/>
            </a:endParaRPr>
          </a:p>
          <a:p>
            <a:pPr marL="0" indent="0">
              <a:buNone/>
            </a:pPr>
            <a:r>
              <a:rPr lang="en-IN" sz="1100" dirty="0">
                <a:latin typeface="Mulish SemiBold" pitchFamily="2" charset="0"/>
              </a:rPr>
              <a:t>Merchant has to get a unique VPA from ICICI Bank.</a:t>
            </a:r>
            <a:endParaRPr lang="en-US" sz="1100" dirty="0">
              <a:latin typeface="Mulish SemiBold" pitchFamily="2" charset="0"/>
            </a:endParaRPr>
          </a:p>
          <a:p>
            <a:pPr marL="0" indent="0">
              <a:buNone/>
            </a:pPr>
            <a:endParaRPr lang="en-US" sz="1100" dirty="0">
              <a:latin typeface="Mulish SemiBold" pitchFamily="2" charset="0"/>
            </a:endParaRPr>
          </a:p>
          <a:p>
            <a:pPr marL="0" indent="0">
              <a:buNone/>
            </a:pPr>
            <a:r>
              <a:rPr lang="en-US" sz="1100" dirty="0">
                <a:latin typeface="Mulish SemiBold" pitchFamily="2" charset="0"/>
              </a:rPr>
              <a:t>Benefits: </a:t>
            </a:r>
          </a:p>
          <a:p>
            <a:pPr marL="0" indent="0">
              <a:buNone/>
            </a:pPr>
            <a:endParaRPr lang="en-US" sz="1100" dirty="0">
              <a:latin typeface="Mulish SemiBold" pitchFamily="2" charset="0"/>
            </a:endParaRPr>
          </a:p>
          <a:p>
            <a:pPr>
              <a:lnSpc>
                <a:spcPct val="150000"/>
              </a:lnSpc>
            </a:pPr>
            <a:r>
              <a:rPr lang="en-US" sz="1100" dirty="0">
                <a:latin typeface="Mulish SemiBold" pitchFamily="2" charset="0"/>
              </a:rPr>
              <a:t>Easy &amp; low cost Integration of callback notifications from Bank</a:t>
            </a:r>
          </a:p>
          <a:p>
            <a:pPr>
              <a:lnSpc>
                <a:spcPct val="150000"/>
              </a:lnSpc>
            </a:pPr>
            <a:r>
              <a:rPr lang="en-US" sz="1100" dirty="0">
                <a:latin typeface="Mulish SemiBold" pitchFamily="2" charset="0"/>
              </a:rPr>
              <a:t>MIS shared to the merchant on email.</a:t>
            </a:r>
          </a:p>
          <a:p>
            <a:pPr>
              <a:lnSpc>
                <a:spcPct val="150000"/>
              </a:lnSpc>
            </a:pPr>
            <a:r>
              <a:rPr lang="en-US" sz="1100" dirty="0">
                <a:latin typeface="Mulish SemiBold" pitchFamily="2" charset="0"/>
              </a:rPr>
              <a:t>Merchant can publish multiple copies of static QR code to place in their Store(s). </a:t>
            </a:r>
          </a:p>
          <a:p>
            <a:pPr marL="0" indent="0">
              <a:buNone/>
            </a:pPr>
            <a:endParaRPr lang="en-US" sz="1100" dirty="0">
              <a:latin typeface="Mulish SemiBold" pitchFamily="2" charset="0"/>
            </a:endParaRPr>
          </a:p>
          <a:p>
            <a:pPr marL="0" indent="0">
              <a:buNone/>
            </a:pPr>
            <a:r>
              <a:rPr lang="en-US" sz="1100" dirty="0">
                <a:latin typeface="Mulish SemiBold" pitchFamily="2" charset="0"/>
              </a:rPr>
              <a:t>Static QR code can be generated online using following string - </a:t>
            </a:r>
          </a:p>
          <a:p>
            <a:pPr marL="0" indent="0">
              <a:buNone/>
            </a:pPr>
            <a:endParaRPr lang="en-US" sz="1100" dirty="0">
              <a:latin typeface="Mulish SemiBold" pitchFamily="2" charset="0"/>
            </a:endParaRPr>
          </a:p>
          <a:p>
            <a:pPr marL="0" indent="0">
              <a:buNone/>
            </a:pPr>
            <a:r>
              <a:rPr lang="en-US" sz="1100" dirty="0"/>
              <a:t>upi://pay?pa=&lt;merchant VPA&gt;&amp;</a:t>
            </a:r>
            <a:r>
              <a:rPr lang="en-US" sz="1100" dirty="0" err="1"/>
              <a:t>pn</a:t>
            </a:r>
            <a:r>
              <a:rPr lang="en-US" sz="1100" dirty="0"/>
              <a:t>=&lt;merchant name&gt;&amp;</a:t>
            </a:r>
            <a:r>
              <a:rPr lang="en-US" sz="1100" dirty="0" err="1"/>
              <a:t>tr</a:t>
            </a:r>
            <a:r>
              <a:rPr lang="en-US" sz="1100" dirty="0"/>
              <a:t>=&lt;</a:t>
            </a:r>
            <a:r>
              <a:rPr lang="en-US" sz="1100" dirty="0" err="1"/>
              <a:t>Refid</a:t>
            </a:r>
            <a:r>
              <a:rPr lang="en-US" sz="1100" dirty="0"/>
              <a:t>&gt;&amp;am=&lt;amount&gt;&amp;cu=</a:t>
            </a:r>
            <a:r>
              <a:rPr lang="en-US" sz="1100" dirty="0" err="1"/>
              <a:t>INR&amp;mc</a:t>
            </a:r>
            <a:r>
              <a:rPr lang="en-US" sz="1100" dirty="0"/>
              <a:t>=&lt;MCC code&gt;</a:t>
            </a:r>
          </a:p>
          <a:p>
            <a:pPr marL="0" indent="0">
              <a:buNone/>
            </a:pPr>
            <a:r>
              <a:rPr lang="en-IN" sz="1100" dirty="0"/>
              <a:t>i.e. </a:t>
            </a:r>
          </a:p>
          <a:p>
            <a:pPr marL="0" indent="0">
              <a:buNone/>
            </a:pPr>
            <a:r>
              <a:rPr lang="en-IN" sz="1100" dirty="0"/>
              <a:t>upi://pay?pa=</a:t>
            </a:r>
            <a:r>
              <a:rPr lang="en-IN" sz="1100" b="1" dirty="0"/>
              <a:t>ambani108@icici</a:t>
            </a:r>
            <a:r>
              <a:rPr lang="en-IN" sz="1100" dirty="0"/>
              <a:t>&amp;pn=</a:t>
            </a:r>
            <a:r>
              <a:rPr lang="en-IN" sz="1100" b="1" dirty="0"/>
              <a:t>adanipvtltd</a:t>
            </a:r>
            <a:r>
              <a:rPr lang="en-IN" sz="1100" dirty="0"/>
              <a:t>&amp;tr=</a:t>
            </a:r>
            <a:r>
              <a:rPr lang="en-IN" sz="1100" b="1" dirty="0"/>
              <a:t>MNOreg123</a:t>
            </a:r>
            <a:r>
              <a:rPr lang="en-IN" sz="1100" dirty="0"/>
              <a:t>&amp;am=&amp;cu=</a:t>
            </a:r>
            <a:r>
              <a:rPr lang="en-IN" sz="1100" b="1" dirty="0"/>
              <a:t>INR</a:t>
            </a:r>
            <a:r>
              <a:rPr lang="en-IN" sz="1100" dirty="0"/>
              <a:t>&amp;mc=</a:t>
            </a:r>
            <a:r>
              <a:rPr lang="en-IN" sz="1100" b="1" dirty="0"/>
              <a:t>5411</a:t>
            </a:r>
          </a:p>
          <a:p>
            <a:pPr marL="0" indent="0">
              <a:buNone/>
            </a:pPr>
            <a:endParaRPr lang="en-US" dirty="0"/>
          </a:p>
          <a:p>
            <a:pPr marL="0" indent="0">
              <a:buNone/>
            </a:pPr>
            <a:endParaRPr lang="en-US" sz="1100" dirty="0">
              <a:latin typeface="Mulish SemiBold" pitchFamily="2" charset="0"/>
            </a:endParaRPr>
          </a:p>
        </p:txBody>
      </p:sp>
      <p:sp>
        <p:nvSpPr>
          <p:cNvPr id="9" name="Text Placeholder 4"/>
          <p:cNvSpPr>
            <a:spLocks noGrp="1"/>
          </p:cNvSpPr>
          <p:nvPr>
            <p:ph type="body" sz="quarter" idx="17"/>
          </p:nvPr>
        </p:nvSpPr>
        <p:spPr>
          <a:xfrm>
            <a:off x="8224766" y="599768"/>
            <a:ext cx="3844779" cy="5257800"/>
          </a:xfrm>
        </p:spPr>
        <p:txBody>
          <a:bodyPr/>
          <a:lstStyle/>
          <a:p>
            <a:pPr marL="0" indent="0">
              <a:buNone/>
            </a:pPr>
            <a:r>
              <a:rPr lang="en-IN" sz="1400" dirty="0"/>
              <a:t>Collect API</a:t>
            </a:r>
          </a:p>
          <a:p>
            <a:pPr marL="0" indent="0">
              <a:buNone/>
            </a:pPr>
            <a:endParaRPr lang="en-US" sz="1400" dirty="0"/>
          </a:p>
          <a:p>
            <a:pPr marL="0" indent="0">
              <a:buNone/>
            </a:pPr>
            <a:r>
              <a:rPr lang="en-US" sz="1100" dirty="0"/>
              <a:t>It is a method to receive the payment where the customer is required to provide their UPI VPA ID on merchant application/ website to get a payment requests. Once, the customer authorizes the request using his PIN, the payment is made to merchant requesting for payment. This method is preferred by merchants who have their own websites. Most prevalent in Govt. clients. </a:t>
            </a:r>
          </a:p>
        </p:txBody>
      </p:sp>
      <p:pic>
        <p:nvPicPr>
          <p:cNvPr id="10" name="upi_Collect_custom_Checkout_54b160461c">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609019" y="2590800"/>
            <a:ext cx="2613064" cy="4114800"/>
          </a:xfrm>
          <a:prstGeom prst="rect">
            <a:avLst/>
          </a:prstGeom>
        </p:spPr>
      </p:pic>
      <p:sp>
        <p:nvSpPr>
          <p:cNvPr id="11" name="Text Placeholder 4"/>
          <p:cNvSpPr>
            <a:spLocks noGrp="1"/>
          </p:cNvSpPr>
          <p:nvPr>
            <p:ph type="body" sz="quarter" idx="17"/>
          </p:nvPr>
        </p:nvSpPr>
        <p:spPr>
          <a:xfrm>
            <a:off x="4341812" y="687771"/>
            <a:ext cx="3882954" cy="6017829"/>
          </a:xfrm>
        </p:spPr>
        <p:txBody>
          <a:bodyPr/>
          <a:lstStyle/>
          <a:p>
            <a:pPr marL="0" indent="0">
              <a:buNone/>
            </a:pPr>
            <a:r>
              <a:rPr lang="en-US" sz="1400" dirty="0">
                <a:latin typeface="Mulish SemiBold" pitchFamily="2" charset="0"/>
              </a:rPr>
              <a:t>Static QR API</a:t>
            </a:r>
          </a:p>
          <a:p>
            <a:pPr marL="0" indent="0">
              <a:buNone/>
            </a:pPr>
            <a:endParaRPr lang="en-US" sz="1100" dirty="0">
              <a:latin typeface="Mulish SemiBold" pitchFamily="2" charset="0"/>
            </a:endParaRPr>
          </a:p>
          <a:p>
            <a:pPr marL="0" indent="0">
              <a:buNone/>
            </a:pPr>
            <a:r>
              <a:rPr lang="en-US" sz="1100" dirty="0">
                <a:latin typeface="Mulish SemiBold" pitchFamily="2" charset="0"/>
              </a:rPr>
              <a:t>It is a method to receive the payment on a QR Code pasted on the merchant’s shop. The QR Code has the merchant’s UPI VPA embedded in it, which enables the payment to the merchant. Customer has to manually enter the payable amount before entering the PIN.</a:t>
            </a:r>
          </a:p>
          <a:p>
            <a:pPr marL="0" indent="0">
              <a:buNone/>
            </a:pPr>
            <a:endParaRPr lang="en-IN" sz="1100" dirty="0">
              <a:latin typeface="Mulish SemiBold" pitchFamily="2" charset="0"/>
            </a:endParaRPr>
          </a:p>
          <a:p>
            <a:pPr marL="0" indent="0">
              <a:buNone/>
            </a:pPr>
            <a:r>
              <a:rPr lang="en-IN" sz="1100" dirty="0">
                <a:latin typeface="Mulish SemiBold" pitchFamily="2" charset="0"/>
              </a:rPr>
              <a:t>Merchant has to get a unique VPA from ICICI Bank.</a:t>
            </a:r>
            <a:endParaRPr lang="en-US" sz="1100" dirty="0">
              <a:latin typeface="Mulish SemiBold" pitchFamily="2" charset="0"/>
            </a:endParaRPr>
          </a:p>
          <a:p>
            <a:pPr marL="0" indent="0">
              <a:buNone/>
            </a:pPr>
            <a:endParaRPr lang="en-US" sz="1100" dirty="0">
              <a:latin typeface="Mulish SemiBold" pitchFamily="2" charset="0"/>
            </a:endParaRPr>
          </a:p>
          <a:p>
            <a:pPr marL="0" indent="0">
              <a:buNone/>
            </a:pPr>
            <a:r>
              <a:rPr lang="en-US" sz="1100" dirty="0">
                <a:latin typeface="Mulish SemiBold" pitchFamily="2" charset="0"/>
              </a:rPr>
              <a:t>Benefits: </a:t>
            </a:r>
          </a:p>
          <a:p>
            <a:pPr marL="0" indent="0">
              <a:buNone/>
            </a:pPr>
            <a:endParaRPr lang="en-US" sz="1100" dirty="0">
              <a:latin typeface="Mulish SemiBold" pitchFamily="2" charset="0"/>
            </a:endParaRPr>
          </a:p>
          <a:p>
            <a:pPr>
              <a:lnSpc>
                <a:spcPct val="150000"/>
              </a:lnSpc>
            </a:pPr>
            <a:r>
              <a:rPr lang="en-US" sz="1100" dirty="0">
                <a:latin typeface="Mulish SemiBold" pitchFamily="2" charset="0"/>
              </a:rPr>
              <a:t>Easy &amp; low cost Integration of callback notifications from Bank</a:t>
            </a:r>
          </a:p>
          <a:p>
            <a:pPr>
              <a:lnSpc>
                <a:spcPct val="150000"/>
              </a:lnSpc>
            </a:pPr>
            <a:r>
              <a:rPr lang="en-US" sz="1100" dirty="0">
                <a:latin typeface="Mulish SemiBold" pitchFamily="2" charset="0"/>
              </a:rPr>
              <a:t>MIS shared to the merchant on email.</a:t>
            </a:r>
          </a:p>
          <a:p>
            <a:pPr>
              <a:lnSpc>
                <a:spcPct val="150000"/>
              </a:lnSpc>
            </a:pPr>
            <a:r>
              <a:rPr lang="en-US" sz="1100" dirty="0">
                <a:latin typeface="Mulish SemiBold" pitchFamily="2" charset="0"/>
              </a:rPr>
              <a:t>Merchant can publish multiple copies of static QR code to place in their Store(s). </a:t>
            </a:r>
          </a:p>
          <a:p>
            <a:pPr marL="0" indent="0">
              <a:buNone/>
            </a:pPr>
            <a:endParaRPr lang="en-US" sz="1100" dirty="0">
              <a:latin typeface="Mulish SemiBold" pitchFamily="2" charset="0"/>
            </a:endParaRPr>
          </a:p>
          <a:p>
            <a:pPr marL="0" indent="0">
              <a:buNone/>
            </a:pPr>
            <a:r>
              <a:rPr lang="en-US" sz="1100" dirty="0">
                <a:latin typeface="Mulish SemiBold" pitchFamily="2" charset="0"/>
              </a:rPr>
              <a:t>Static QR code can be generated online using following string - </a:t>
            </a:r>
          </a:p>
          <a:p>
            <a:pPr marL="0" indent="0">
              <a:buNone/>
            </a:pPr>
            <a:endParaRPr lang="en-US" sz="1100" dirty="0">
              <a:latin typeface="Mulish SemiBold" pitchFamily="2" charset="0"/>
            </a:endParaRPr>
          </a:p>
          <a:p>
            <a:pPr marL="0" indent="0">
              <a:buNone/>
            </a:pPr>
            <a:r>
              <a:rPr lang="en-US" sz="1100" dirty="0"/>
              <a:t>upi://pay?pa=&lt;merchant VPA&gt;&amp;</a:t>
            </a:r>
            <a:r>
              <a:rPr lang="en-US" sz="1100" dirty="0" err="1"/>
              <a:t>pn</a:t>
            </a:r>
            <a:r>
              <a:rPr lang="en-US" sz="1100" dirty="0"/>
              <a:t>=&lt;merchant name&gt;&amp;</a:t>
            </a:r>
            <a:r>
              <a:rPr lang="en-US" sz="1100" dirty="0" err="1"/>
              <a:t>tr</a:t>
            </a:r>
            <a:r>
              <a:rPr lang="en-US" sz="1100" dirty="0"/>
              <a:t>=&lt;</a:t>
            </a:r>
            <a:r>
              <a:rPr lang="en-US" sz="1100" dirty="0" err="1"/>
              <a:t>Refid</a:t>
            </a:r>
            <a:r>
              <a:rPr lang="en-US" sz="1100" dirty="0"/>
              <a:t>&gt;&amp;am=&lt;amount&gt;&amp;cu=</a:t>
            </a:r>
            <a:r>
              <a:rPr lang="en-US" sz="1100" dirty="0" err="1"/>
              <a:t>INR&amp;mc</a:t>
            </a:r>
            <a:r>
              <a:rPr lang="en-US" sz="1100" dirty="0"/>
              <a:t>=&lt;MCC code&gt;</a:t>
            </a:r>
          </a:p>
          <a:p>
            <a:pPr marL="0" indent="0">
              <a:buNone/>
            </a:pPr>
            <a:r>
              <a:rPr lang="en-IN" sz="1100" dirty="0"/>
              <a:t>i.e. </a:t>
            </a:r>
          </a:p>
          <a:p>
            <a:pPr marL="0" indent="0">
              <a:buNone/>
            </a:pPr>
            <a:r>
              <a:rPr lang="en-IN" sz="1100" dirty="0"/>
              <a:t>upi://pay?pa=</a:t>
            </a:r>
            <a:r>
              <a:rPr lang="en-IN" sz="1100" b="1" dirty="0"/>
              <a:t>ambani108@icici</a:t>
            </a:r>
            <a:r>
              <a:rPr lang="en-IN" sz="1100" dirty="0"/>
              <a:t>&amp;pn=</a:t>
            </a:r>
            <a:r>
              <a:rPr lang="en-IN" sz="1100" b="1" dirty="0"/>
              <a:t>adanipvtltd</a:t>
            </a:r>
            <a:r>
              <a:rPr lang="en-IN" sz="1100" dirty="0"/>
              <a:t>&amp;tr=</a:t>
            </a:r>
            <a:r>
              <a:rPr lang="en-IN" sz="1100" b="1" dirty="0"/>
              <a:t>MNOreg123</a:t>
            </a:r>
            <a:r>
              <a:rPr lang="en-IN" sz="1100" dirty="0"/>
              <a:t>&amp;am=&amp;cu=</a:t>
            </a:r>
            <a:r>
              <a:rPr lang="en-IN" sz="1100" b="1" dirty="0"/>
              <a:t>INR</a:t>
            </a:r>
            <a:r>
              <a:rPr lang="en-IN" sz="1100" dirty="0"/>
              <a:t>&amp;mc=</a:t>
            </a:r>
            <a:r>
              <a:rPr lang="en-IN" sz="1100" b="1" dirty="0"/>
              <a:t>5411</a:t>
            </a:r>
          </a:p>
          <a:p>
            <a:pPr marL="0" indent="0">
              <a:buNone/>
            </a:pPr>
            <a:endParaRPr lang="en-US" dirty="0"/>
          </a:p>
          <a:p>
            <a:pPr marL="0" indent="0">
              <a:buNone/>
            </a:pPr>
            <a:endParaRPr lang="en-US" sz="1100" dirty="0">
              <a:latin typeface="Mulish SemiBold" pitchFamily="2" charset="0"/>
            </a:endParaRPr>
          </a:p>
        </p:txBody>
      </p:sp>
    </p:spTree>
    <p:extLst>
      <p:ext uri="{BB962C8B-B14F-4D97-AF65-F5344CB8AC3E}">
        <p14:creationId xmlns:p14="http://schemas.microsoft.com/office/powerpoint/2010/main" val="10413205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0"/>
                                        </p:tgtEl>
                                      </p:cBhvr>
                                    </p:cmd>
                                  </p:childTnLst>
                                </p:cTn>
                              </p:par>
                            </p:childTnLst>
                          </p:cTn>
                        </p:par>
                      </p:childTnLst>
                    </p:cTn>
                  </p:par>
                </p:childTnLst>
              </p:cTn>
              <p:nextCondLst>
                <p:cond evt="onClick" delay="0">
                  <p:tgtEl>
                    <p:spTgt spid="10"/>
                  </p:tgtEl>
                </p:cond>
              </p:nextCondLst>
            </p:seq>
            <p:video>
              <p:cMediaNode vol="80000">
                <p:cTn id="7" fill="hold" display="0">
                  <p:stCondLst>
                    <p:cond delay="indefinite"/>
                  </p:stCondLst>
                </p:cTn>
                <p:tgtEl>
                  <p:spTgt spid="10"/>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215900"/>
            <a:ext cx="11684000" cy="493713"/>
          </a:xfrm>
          <a:prstGeom prst="rect">
            <a:avLst/>
          </a:prstGeom>
        </p:spPr>
        <p:txBody>
          <a:bodyPr/>
          <a:lstStyle/>
          <a:p>
            <a:pPr marL="0" indent="0">
              <a:buNone/>
            </a:pPr>
            <a:r>
              <a:rPr lang="en-US" b="1" dirty="0">
                <a:solidFill>
                  <a:srgbClr val="97281D"/>
                </a:solidFill>
                <a:latin typeface="Mulish" pitchFamily="2" charset="0"/>
              </a:rPr>
              <a:t>UPI Collection – General Flow (QR/Intent)</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276012" y="6415628"/>
            <a:ext cx="609600" cy="366183"/>
          </a:xfrm>
        </p:spPr>
        <p:txBody>
          <a:bodyPr/>
          <a:lstStyle/>
          <a:p>
            <a:fld id="{050E451D-5525-4539-B07D-AF98FB2E324F}" type="slidenum">
              <a:rPr lang="en-US" smtClean="0">
                <a:solidFill>
                  <a:srgbClr val="1F497D"/>
                </a:solidFill>
              </a:rPr>
              <a:pPr/>
              <a:t>3</a:t>
            </a:fld>
            <a:endParaRPr lang="en-US" dirty="0">
              <a:solidFill>
                <a:srgbClr val="1F497D"/>
              </a:solidFill>
            </a:endParaRPr>
          </a:p>
        </p:txBody>
      </p:sp>
      <p:sp>
        <p:nvSpPr>
          <p:cNvPr id="9" name="Rounded Rectangle 8"/>
          <p:cNvSpPr/>
          <p:nvPr/>
        </p:nvSpPr>
        <p:spPr>
          <a:xfrm>
            <a:off x="4202924" y="1186460"/>
            <a:ext cx="914400" cy="3505200"/>
          </a:xfrm>
          <a:prstGeom prst="roundRect">
            <a:avLst/>
          </a:prstGeom>
          <a:effectLst>
            <a:outerShdw blurRad="50800" dist="38100" dir="18900000" algn="b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b="1" dirty="0">
                <a:latin typeface="Mulish" pitchFamily="2" charset="0"/>
              </a:rPr>
              <a:t>Client Server</a:t>
            </a:r>
            <a:endParaRPr lang="en-IN" sz="1600" b="1" dirty="0">
              <a:latin typeface="Mulish" pitchFamily="2" charset="0"/>
            </a:endParaRPr>
          </a:p>
        </p:txBody>
      </p:sp>
      <p:pic>
        <p:nvPicPr>
          <p:cNvPr id="11" name="Picture 7" descr="cid:image004.jpg@01D5B031.AEE75560"/>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t="21981" r="87059" b="32463"/>
          <a:stretch/>
        </p:blipFill>
        <p:spPr bwMode="auto">
          <a:xfrm>
            <a:off x="684833" y="1612433"/>
            <a:ext cx="939848" cy="720005"/>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le 12"/>
          <p:cNvSpPr/>
          <p:nvPr/>
        </p:nvSpPr>
        <p:spPr>
          <a:xfrm>
            <a:off x="10209206" y="1142999"/>
            <a:ext cx="914400" cy="3505199"/>
          </a:xfrm>
          <a:prstGeom prst="roundRect">
            <a:avLst/>
          </a:prstGeom>
          <a:effectLst>
            <a:outerShdw blurRad="50800" dist="38100" dir="18900000" algn="b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ICICI Banks Server</a:t>
            </a:r>
            <a:endParaRPr lang="en-IN" sz="1600" b="1" dirty="0">
              <a:latin typeface="Mulish" pitchFamily="2" charset="0"/>
            </a:endParaRPr>
          </a:p>
        </p:txBody>
      </p:sp>
      <p:sp>
        <p:nvSpPr>
          <p:cNvPr id="14" name="Right Arrow 13"/>
          <p:cNvSpPr/>
          <p:nvPr/>
        </p:nvSpPr>
        <p:spPr>
          <a:xfrm>
            <a:off x="5117324" y="1387482"/>
            <a:ext cx="1905000" cy="381000"/>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Request</a:t>
            </a:r>
            <a:endParaRPr lang="en-IN" sz="1600" b="1" dirty="0">
              <a:latin typeface="Mulish" pitchFamily="2" charset="0"/>
            </a:endParaRPr>
          </a:p>
        </p:txBody>
      </p:sp>
      <p:sp>
        <p:nvSpPr>
          <p:cNvPr id="15" name="TextBox 14"/>
          <p:cNvSpPr txBox="1"/>
          <p:nvPr/>
        </p:nvSpPr>
        <p:spPr>
          <a:xfrm>
            <a:off x="5433819" y="1186460"/>
            <a:ext cx="1752600" cy="307777"/>
          </a:xfrm>
          <a:prstGeom prst="rect">
            <a:avLst/>
          </a:prstGeom>
          <a:noFill/>
        </p:spPr>
        <p:txBody>
          <a:bodyPr wrap="square" rtlCol="0">
            <a:spAutoFit/>
          </a:bodyPr>
          <a:lstStyle/>
          <a:p>
            <a:r>
              <a:rPr lang="en-US" sz="1400" b="1" u="sng" dirty="0">
                <a:latin typeface="Mulish" pitchFamily="2" charset="0"/>
              </a:rPr>
              <a:t>Encrypted</a:t>
            </a:r>
            <a:endParaRPr lang="en-IN" sz="1400" b="1" u="sng" dirty="0">
              <a:latin typeface="Mulish" pitchFamily="2" charset="0"/>
            </a:endParaRPr>
          </a:p>
        </p:txBody>
      </p:sp>
      <p:sp>
        <p:nvSpPr>
          <p:cNvPr id="19" name="Left Arrow 18"/>
          <p:cNvSpPr/>
          <p:nvPr/>
        </p:nvSpPr>
        <p:spPr>
          <a:xfrm>
            <a:off x="8068770" y="2647835"/>
            <a:ext cx="2098461" cy="435353"/>
          </a:xfrm>
          <a:prstGeom prst="lef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Response</a:t>
            </a:r>
            <a:endParaRPr lang="en-IN" sz="1600" b="1" dirty="0">
              <a:latin typeface="Mulish" pitchFamily="2" charset="0"/>
            </a:endParaRPr>
          </a:p>
        </p:txBody>
      </p:sp>
      <p:sp>
        <p:nvSpPr>
          <p:cNvPr id="20" name="TextBox 19"/>
          <p:cNvSpPr txBox="1"/>
          <p:nvPr/>
        </p:nvSpPr>
        <p:spPr>
          <a:xfrm>
            <a:off x="9090448" y="2438400"/>
            <a:ext cx="1752600" cy="307777"/>
          </a:xfrm>
          <a:prstGeom prst="rect">
            <a:avLst/>
          </a:prstGeom>
          <a:noFill/>
        </p:spPr>
        <p:txBody>
          <a:bodyPr wrap="square" rtlCol="0">
            <a:spAutoFit/>
          </a:bodyPr>
          <a:lstStyle/>
          <a:p>
            <a:r>
              <a:rPr lang="en-US" sz="1400" b="1" u="sng" dirty="0">
                <a:latin typeface="Mulish" pitchFamily="2" charset="0"/>
              </a:rPr>
              <a:t>Encrypted</a:t>
            </a:r>
            <a:endParaRPr lang="en-IN" sz="1400" b="1" u="sng" dirty="0">
              <a:latin typeface="Mulish" pitchFamily="2" charset="0"/>
            </a:endParaRPr>
          </a:p>
        </p:txBody>
      </p:sp>
      <p:sp>
        <p:nvSpPr>
          <p:cNvPr id="22" name="Left Arrow 21"/>
          <p:cNvSpPr/>
          <p:nvPr/>
        </p:nvSpPr>
        <p:spPr>
          <a:xfrm>
            <a:off x="2020939" y="2643699"/>
            <a:ext cx="2089221" cy="435353"/>
          </a:xfrm>
          <a:prstGeom prst="lef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Response</a:t>
            </a:r>
            <a:endParaRPr lang="en-IN" sz="1600" b="1" dirty="0">
              <a:latin typeface="Mulish" pitchFamily="2" charset="0"/>
            </a:endParaRPr>
          </a:p>
        </p:txBody>
      </p:sp>
      <p:sp>
        <p:nvSpPr>
          <p:cNvPr id="23" name="TextBox 22"/>
          <p:cNvSpPr txBox="1"/>
          <p:nvPr/>
        </p:nvSpPr>
        <p:spPr>
          <a:xfrm>
            <a:off x="2343065" y="2451843"/>
            <a:ext cx="1752600" cy="307777"/>
          </a:xfrm>
          <a:prstGeom prst="rect">
            <a:avLst/>
          </a:prstGeom>
          <a:noFill/>
        </p:spPr>
        <p:txBody>
          <a:bodyPr wrap="square" rtlCol="0">
            <a:spAutoFit/>
          </a:bodyPr>
          <a:lstStyle/>
          <a:p>
            <a:r>
              <a:rPr lang="en-US" sz="1400" b="1" u="sng" dirty="0">
                <a:latin typeface="Mulish" pitchFamily="2" charset="0"/>
              </a:rPr>
              <a:t>Decrypted</a:t>
            </a:r>
            <a:endParaRPr lang="en-IN" sz="1400" b="1" u="sng" dirty="0">
              <a:latin typeface="Mulish" pitchFamily="2" charset="0"/>
            </a:endParaRPr>
          </a:p>
        </p:txBody>
      </p:sp>
      <p:sp>
        <p:nvSpPr>
          <p:cNvPr id="25" name="TextBox 24"/>
          <p:cNvSpPr txBox="1"/>
          <p:nvPr/>
        </p:nvSpPr>
        <p:spPr>
          <a:xfrm>
            <a:off x="425786" y="1459076"/>
            <a:ext cx="1795030" cy="307777"/>
          </a:xfrm>
          <a:prstGeom prst="rect">
            <a:avLst/>
          </a:prstGeom>
          <a:noFill/>
        </p:spPr>
        <p:txBody>
          <a:bodyPr wrap="square" rtlCol="0">
            <a:spAutoFit/>
          </a:bodyPr>
          <a:lstStyle/>
          <a:p>
            <a:r>
              <a:rPr lang="en-US" sz="1400" b="1" dirty="0">
                <a:latin typeface="Mulish" pitchFamily="2" charset="0"/>
              </a:rPr>
              <a:t>Client Application</a:t>
            </a:r>
            <a:endParaRPr lang="en-IN" sz="1400" b="1" dirty="0">
              <a:latin typeface="Mulish" pitchFamily="2" charset="0"/>
            </a:endParaRPr>
          </a:p>
        </p:txBody>
      </p:sp>
      <p:sp>
        <p:nvSpPr>
          <p:cNvPr id="28" name="Right Arrow 27"/>
          <p:cNvSpPr/>
          <p:nvPr/>
        </p:nvSpPr>
        <p:spPr>
          <a:xfrm>
            <a:off x="2152917" y="1436381"/>
            <a:ext cx="1942747" cy="381000"/>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Request</a:t>
            </a:r>
            <a:endParaRPr lang="en-IN" sz="1600" b="1" dirty="0">
              <a:latin typeface="Mulish" pitchFamily="2" charset="0"/>
            </a:endParaRPr>
          </a:p>
        </p:txBody>
      </p:sp>
      <p:sp>
        <p:nvSpPr>
          <p:cNvPr id="29" name="Rectangle 28"/>
          <p:cNvSpPr/>
          <p:nvPr/>
        </p:nvSpPr>
        <p:spPr>
          <a:xfrm>
            <a:off x="5146314" y="1818699"/>
            <a:ext cx="2893466" cy="36650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Calls QR API of ICICI Bank</a:t>
            </a:r>
            <a:endParaRPr lang="en-IN" sz="1200" b="1" dirty="0">
              <a:latin typeface="Mulish" pitchFamily="2" charset="0"/>
            </a:endParaRPr>
          </a:p>
        </p:txBody>
      </p:sp>
      <p:sp>
        <p:nvSpPr>
          <p:cNvPr id="30" name="Rectangle 29"/>
          <p:cNvSpPr/>
          <p:nvPr/>
        </p:nvSpPr>
        <p:spPr>
          <a:xfrm>
            <a:off x="6800619" y="3133986"/>
            <a:ext cx="3379597" cy="39010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ICICI  Banks shares Unique Ref ID to be used in QR/Intent</a:t>
            </a:r>
            <a:endParaRPr lang="en-IN" sz="1200" b="1" dirty="0">
              <a:latin typeface="Mulish" pitchFamily="2" charset="0"/>
            </a:endParaRPr>
          </a:p>
        </p:txBody>
      </p:sp>
      <p:sp>
        <p:nvSpPr>
          <p:cNvPr id="31" name="Rectangle 30"/>
          <p:cNvSpPr/>
          <p:nvPr/>
        </p:nvSpPr>
        <p:spPr>
          <a:xfrm>
            <a:off x="1979606" y="3139547"/>
            <a:ext cx="2130554" cy="39010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EZY2099300930</a:t>
            </a:r>
            <a:endParaRPr lang="en-IN" sz="1200" b="1" dirty="0">
              <a:latin typeface="Mulish" pitchFamily="2" charset="0"/>
            </a:endParaRPr>
          </a:p>
        </p:txBody>
      </p:sp>
      <p:pic>
        <p:nvPicPr>
          <p:cNvPr id="32" name="Pictur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647" y="3227719"/>
            <a:ext cx="734553" cy="734553"/>
          </a:xfrm>
          <a:prstGeom prst="rect">
            <a:avLst/>
          </a:prstGeom>
        </p:spPr>
      </p:pic>
      <p:sp>
        <p:nvSpPr>
          <p:cNvPr id="33" name="Rectangle 32"/>
          <p:cNvSpPr/>
          <p:nvPr/>
        </p:nvSpPr>
        <p:spPr>
          <a:xfrm>
            <a:off x="304400" y="2326748"/>
            <a:ext cx="1557692" cy="86771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Client updates the Ref ID in the QR String and creates QR/Intent Call</a:t>
            </a:r>
            <a:endParaRPr lang="en-IN" sz="1200" b="1" dirty="0">
              <a:latin typeface="Mulish" pitchFamily="2" charset="0"/>
            </a:endParaRPr>
          </a:p>
        </p:txBody>
      </p:sp>
      <p:sp>
        <p:nvSpPr>
          <p:cNvPr id="34" name="Rounded Rectangle 33"/>
          <p:cNvSpPr/>
          <p:nvPr/>
        </p:nvSpPr>
        <p:spPr>
          <a:xfrm>
            <a:off x="6023352" y="5198117"/>
            <a:ext cx="914400" cy="1019927"/>
          </a:xfrm>
          <a:prstGeom prst="roundRect">
            <a:avLst/>
          </a:prstGeom>
          <a:effectLst>
            <a:outerShdw blurRad="50800" dist="38100" dir="18900000" algn="b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b="1" dirty="0">
                <a:latin typeface="Mulish" pitchFamily="2" charset="0"/>
              </a:rPr>
              <a:t>NPCI</a:t>
            </a:r>
            <a:endParaRPr lang="en-IN" sz="1600" b="1" dirty="0">
              <a:latin typeface="Mulish" pitchFamily="2" charset="0"/>
            </a:endParaRPr>
          </a:p>
        </p:txBody>
      </p:sp>
      <p:sp>
        <p:nvSpPr>
          <p:cNvPr id="36" name="Rectangle 35"/>
          <p:cNvSpPr/>
          <p:nvPr/>
        </p:nvSpPr>
        <p:spPr>
          <a:xfrm>
            <a:off x="356278" y="4518902"/>
            <a:ext cx="1639077" cy="122318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300" b="1" dirty="0">
                <a:latin typeface="Mulish" pitchFamily="2" charset="0"/>
              </a:rPr>
              <a:t>Merchants end customer scans the QR using his PSP and Completes Payment</a:t>
            </a:r>
            <a:endParaRPr lang="en-IN" sz="1300" b="1" dirty="0">
              <a:latin typeface="Mulish" pitchFamily="2" charset="0"/>
            </a:endParaRPr>
          </a:p>
        </p:txBody>
      </p:sp>
      <p:cxnSp>
        <p:nvCxnSpPr>
          <p:cNvPr id="38" name="Straight Arrow Connector 37"/>
          <p:cNvCxnSpPr>
            <a:endCxn id="34" idx="1"/>
          </p:cNvCxnSpPr>
          <p:nvPr/>
        </p:nvCxnSpPr>
        <p:spPr>
          <a:xfrm flipV="1">
            <a:off x="1979606" y="5708081"/>
            <a:ext cx="4043746" cy="301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0" name="Rectangle 39"/>
          <p:cNvSpPr/>
          <p:nvPr/>
        </p:nvSpPr>
        <p:spPr>
          <a:xfrm>
            <a:off x="3880770" y="5864516"/>
            <a:ext cx="1371600" cy="54110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Transaction Routed Via NPCI</a:t>
            </a:r>
            <a:endParaRPr lang="en-IN" sz="1200" b="1" dirty="0">
              <a:latin typeface="Mulish" pitchFamily="2" charset="0"/>
            </a:endParaRPr>
          </a:p>
        </p:txBody>
      </p:sp>
      <p:cxnSp>
        <p:nvCxnSpPr>
          <p:cNvPr id="58" name="Straight Connector 57"/>
          <p:cNvCxnSpPr/>
          <p:nvPr/>
        </p:nvCxnSpPr>
        <p:spPr>
          <a:xfrm>
            <a:off x="7022324" y="5708080"/>
            <a:ext cx="3644082" cy="0"/>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Arrow Connector 59"/>
          <p:cNvCxnSpPr/>
          <p:nvPr/>
        </p:nvCxnSpPr>
        <p:spPr>
          <a:xfrm flipV="1">
            <a:off x="10666406" y="4706278"/>
            <a:ext cx="0" cy="10018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3" name="Left Arrow 62"/>
          <p:cNvSpPr/>
          <p:nvPr/>
        </p:nvSpPr>
        <p:spPr>
          <a:xfrm>
            <a:off x="8039780" y="3909583"/>
            <a:ext cx="2154931" cy="435353"/>
          </a:xfrm>
          <a:prstGeom prst="leftArrow">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Callback</a:t>
            </a:r>
            <a:endParaRPr lang="en-IN" sz="1600" b="1" dirty="0">
              <a:latin typeface="Mulish" pitchFamily="2" charset="0"/>
            </a:endParaRPr>
          </a:p>
        </p:txBody>
      </p:sp>
      <p:sp>
        <p:nvSpPr>
          <p:cNvPr id="64" name="Rectangle 63"/>
          <p:cNvSpPr/>
          <p:nvPr/>
        </p:nvSpPr>
        <p:spPr>
          <a:xfrm>
            <a:off x="6800619" y="4389510"/>
            <a:ext cx="3379597" cy="73384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lvl="0" fontAlgn="base"/>
            <a:r>
              <a:rPr lang="en-IN" sz="1400" b="1" dirty="0">
                <a:latin typeface="Mulish" pitchFamily="2" charset="0"/>
              </a:rPr>
              <a:t>Instant response to merchant stating Transaction Status on their </a:t>
            </a:r>
            <a:r>
              <a:rPr lang="en-IN" sz="1400" b="1" dirty="0" err="1">
                <a:latin typeface="Mulish" pitchFamily="2" charset="0"/>
              </a:rPr>
              <a:t>callback</a:t>
            </a:r>
            <a:r>
              <a:rPr lang="en-IN" sz="1400" b="1" dirty="0">
                <a:latin typeface="Mulish" pitchFamily="2" charset="0"/>
              </a:rPr>
              <a:t> URL.      </a:t>
            </a:r>
          </a:p>
        </p:txBody>
      </p:sp>
      <p:sp>
        <p:nvSpPr>
          <p:cNvPr id="66" name="TextBox 65"/>
          <p:cNvSpPr txBox="1"/>
          <p:nvPr/>
        </p:nvSpPr>
        <p:spPr>
          <a:xfrm>
            <a:off x="9101080" y="3755693"/>
            <a:ext cx="1752600" cy="307777"/>
          </a:xfrm>
          <a:prstGeom prst="rect">
            <a:avLst/>
          </a:prstGeom>
          <a:noFill/>
        </p:spPr>
        <p:txBody>
          <a:bodyPr wrap="square" rtlCol="0">
            <a:spAutoFit/>
          </a:bodyPr>
          <a:lstStyle/>
          <a:p>
            <a:r>
              <a:rPr lang="en-US" sz="1400" b="1" u="sng" dirty="0">
                <a:latin typeface="Mulish" pitchFamily="2" charset="0"/>
              </a:rPr>
              <a:t>Encrypted</a:t>
            </a:r>
            <a:endParaRPr lang="en-IN" sz="1400" b="1" u="sng" dirty="0">
              <a:latin typeface="Mulish" pitchFamily="2" charset="0"/>
            </a:endParaRPr>
          </a:p>
        </p:txBody>
      </p:sp>
      <p:sp>
        <p:nvSpPr>
          <p:cNvPr id="67" name="Left Arrow 66"/>
          <p:cNvSpPr/>
          <p:nvPr/>
        </p:nvSpPr>
        <p:spPr>
          <a:xfrm>
            <a:off x="2047830" y="3909583"/>
            <a:ext cx="2090278" cy="435353"/>
          </a:xfrm>
          <a:prstGeom prst="leftArrow">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Callback</a:t>
            </a:r>
            <a:endParaRPr lang="en-IN" sz="1600" b="1" dirty="0">
              <a:latin typeface="Mulish" pitchFamily="2" charset="0"/>
            </a:endParaRPr>
          </a:p>
        </p:txBody>
      </p:sp>
      <p:sp>
        <p:nvSpPr>
          <p:cNvPr id="69" name="TextBox 68"/>
          <p:cNvSpPr txBox="1"/>
          <p:nvPr/>
        </p:nvSpPr>
        <p:spPr>
          <a:xfrm>
            <a:off x="2695163" y="3662025"/>
            <a:ext cx="1752600" cy="307777"/>
          </a:xfrm>
          <a:prstGeom prst="rect">
            <a:avLst/>
          </a:prstGeom>
          <a:noFill/>
        </p:spPr>
        <p:txBody>
          <a:bodyPr wrap="square" rtlCol="0">
            <a:spAutoFit/>
          </a:bodyPr>
          <a:lstStyle/>
          <a:p>
            <a:r>
              <a:rPr lang="en-US" sz="1400" b="1" u="sng" dirty="0">
                <a:latin typeface="Mulish" pitchFamily="2" charset="0"/>
              </a:rPr>
              <a:t>Decrypted</a:t>
            </a:r>
            <a:endParaRPr lang="en-IN" sz="1400" b="1" u="sng" dirty="0">
              <a:latin typeface="Mulish" pitchFamily="2" charset="0"/>
            </a:endParaRPr>
          </a:p>
        </p:txBody>
      </p:sp>
      <p:sp>
        <p:nvSpPr>
          <p:cNvPr id="70" name="Rectangle 69"/>
          <p:cNvSpPr/>
          <p:nvPr/>
        </p:nvSpPr>
        <p:spPr>
          <a:xfrm>
            <a:off x="2224386" y="4390663"/>
            <a:ext cx="1834509" cy="73983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lvl="0" fontAlgn="base"/>
            <a:r>
              <a:rPr lang="en-US" sz="1400" b="1" dirty="0">
                <a:latin typeface="Mulish" pitchFamily="2" charset="0"/>
              </a:rPr>
              <a:t>Transaction status fed to Client ERP for Reconciliation</a:t>
            </a:r>
            <a:endParaRPr lang="en-IN" sz="1400" b="1" dirty="0">
              <a:latin typeface="Mulish" pitchFamily="2" charset="0"/>
            </a:endParaRPr>
          </a:p>
        </p:txBody>
      </p:sp>
      <p:sp>
        <p:nvSpPr>
          <p:cNvPr id="35" name="Rectangle 34"/>
          <p:cNvSpPr/>
          <p:nvPr/>
        </p:nvSpPr>
        <p:spPr>
          <a:xfrm>
            <a:off x="8068770" y="5864516"/>
            <a:ext cx="1371600" cy="54110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Transaction Routed Via NPCI</a:t>
            </a:r>
            <a:endParaRPr lang="en-IN" sz="1200" b="1" dirty="0">
              <a:latin typeface="Mulish" pitchFamily="2" charset="0"/>
            </a:endParaRPr>
          </a:p>
        </p:txBody>
      </p:sp>
      <p:sp>
        <p:nvSpPr>
          <p:cNvPr id="37" name="Rectangle 36"/>
          <p:cNvSpPr/>
          <p:nvPr/>
        </p:nvSpPr>
        <p:spPr>
          <a:xfrm>
            <a:off x="2094770" y="1853111"/>
            <a:ext cx="2061772" cy="50689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R="24765" lvl="0" algn="just" fontAlgn="base">
              <a:lnSpc>
                <a:spcPct val="102000"/>
              </a:lnSpc>
              <a:spcAft>
                <a:spcPts val="100"/>
              </a:spcAft>
              <a:buClr>
                <a:srgbClr val="000000"/>
              </a:buClr>
              <a:buSzPts val="1200"/>
            </a:pPr>
            <a:r>
              <a:rPr lang="en-IN" sz="1200" b="1" dirty="0">
                <a:solidFill>
                  <a:srgbClr val="000000"/>
                </a:solidFill>
                <a:uFill>
                  <a:solidFill>
                    <a:srgbClr val="000000"/>
                  </a:solidFill>
                </a:uFill>
                <a:latin typeface="Mulish" pitchFamily="2" charset="0"/>
                <a:ea typeface="Calibri" panose="020F0502020204030204" pitchFamily="34" charset="0"/>
                <a:cs typeface="Calibri" panose="020F0502020204030204" pitchFamily="34" charset="0"/>
              </a:rPr>
              <a:t>Merchant will send transaction details. </a:t>
            </a:r>
            <a:endParaRPr lang="en-IN" sz="1100" b="1" dirty="0">
              <a:solidFill>
                <a:srgbClr val="000000"/>
              </a:solidFill>
              <a:uFill>
                <a:solidFill>
                  <a:srgbClr val="000000"/>
                </a:solidFill>
              </a:uFill>
              <a:latin typeface="Mulish"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2125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ounded Rectangle 38"/>
          <p:cNvSpPr/>
          <p:nvPr/>
        </p:nvSpPr>
        <p:spPr>
          <a:xfrm>
            <a:off x="8247061" y="695569"/>
            <a:ext cx="3840163" cy="4953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37" name="Rounded Rectangle 36"/>
          <p:cNvSpPr/>
          <p:nvPr/>
        </p:nvSpPr>
        <p:spPr>
          <a:xfrm>
            <a:off x="4489449" y="695569"/>
            <a:ext cx="3635375" cy="4953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7" name="Rounded Rectangle 6"/>
          <p:cNvSpPr/>
          <p:nvPr/>
        </p:nvSpPr>
        <p:spPr>
          <a:xfrm>
            <a:off x="74612" y="685799"/>
            <a:ext cx="4292600" cy="49627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2" name="Text Placeholder 1"/>
          <p:cNvSpPr>
            <a:spLocks noGrp="1"/>
          </p:cNvSpPr>
          <p:nvPr>
            <p:ph type="body" sz="quarter" idx="4294967295"/>
          </p:nvPr>
        </p:nvSpPr>
        <p:spPr>
          <a:xfrm>
            <a:off x="105351" y="64151"/>
            <a:ext cx="5359400" cy="493713"/>
          </a:xfrm>
          <a:prstGeom prst="rect">
            <a:avLst/>
          </a:prstGeom>
        </p:spPr>
        <p:txBody>
          <a:bodyPr/>
          <a:lstStyle/>
          <a:p>
            <a:pPr marL="0" indent="0">
              <a:buNone/>
            </a:pPr>
            <a:r>
              <a:rPr lang="en-US" b="1" dirty="0">
                <a:solidFill>
                  <a:srgbClr val="97281D"/>
                </a:solidFill>
                <a:latin typeface="Mulish" pitchFamily="2" charset="0"/>
              </a:rPr>
              <a:t>UPI Collection – QR/Intent</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249024" y="6176887"/>
            <a:ext cx="609600" cy="366183"/>
          </a:xfrm>
        </p:spPr>
        <p:txBody>
          <a:bodyPr/>
          <a:lstStyle/>
          <a:p>
            <a:fld id="{050E451D-5525-4539-B07D-AF98FB2E324F}" type="slidenum">
              <a:rPr lang="en-US" smtClean="0">
                <a:solidFill>
                  <a:srgbClr val="1F497D"/>
                </a:solidFill>
              </a:rPr>
              <a:pPr/>
              <a:t>4</a:t>
            </a:fld>
            <a:endParaRPr lang="en-US" dirty="0">
              <a:solidFill>
                <a:srgbClr val="1F497D"/>
              </a:solidFill>
            </a:endParaRPr>
          </a:p>
        </p:txBody>
      </p:sp>
      <p:sp>
        <p:nvSpPr>
          <p:cNvPr id="3" name="Rectangle 2"/>
          <p:cNvSpPr/>
          <p:nvPr/>
        </p:nvSpPr>
        <p:spPr>
          <a:xfrm>
            <a:off x="-234447" y="1567774"/>
            <a:ext cx="5534025" cy="3088987"/>
          </a:xfrm>
          <a:prstGeom prst="rect">
            <a:avLst/>
          </a:prstGeom>
        </p:spPr>
        <p:txBody>
          <a:bodyPr wrap="square">
            <a:spAutoFit/>
          </a:bodyPr>
          <a:lstStyle/>
          <a:p>
            <a:pPr marL="356235" indent="-6350">
              <a:lnSpc>
                <a:spcPct val="107000"/>
              </a:lnSpc>
              <a:spcAft>
                <a:spcPts val="0"/>
              </a:spcAft>
            </a:pPr>
            <a:r>
              <a:rPr lang="en-IN" sz="1400" dirty="0">
                <a:latin typeface="Mulish" pitchFamily="2" charset="0"/>
                <a:ea typeface="Calibri" panose="020F0502020204030204" pitchFamily="34" charset="0"/>
              </a:rPr>
              <a:t>{     </a:t>
            </a:r>
          </a:p>
          <a:p>
            <a:pPr marL="356235" indent="-6350">
              <a:lnSpc>
                <a:spcPct val="107000"/>
              </a:lnSpc>
              <a:spcAft>
                <a:spcPts val="0"/>
              </a:spcAft>
            </a:pPr>
            <a:r>
              <a:rPr lang="en-IN" sz="1400" dirty="0">
                <a:latin typeface="Mulish" pitchFamily="2" charset="0"/>
                <a:ea typeface="Calibri" panose="020F0502020204030204" pitchFamily="34" charset="0"/>
              </a:rPr>
              <a:t>    "amount": "5.00",     </a:t>
            </a:r>
          </a:p>
          <a:p>
            <a:pPr marL="356235" indent="-6350">
              <a:lnSpc>
                <a:spcPct val="107000"/>
              </a:lnSpc>
              <a:spcAft>
                <a:spcPts val="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merchantId</a:t>
            </a:r>
            <a:r>
              <a:rPr lang="en-IN" sz="1400" dirty="0">
                <a:latin typeface="Mulish" pitchFamily="2" charset="0"/>
                <a:ea typeface="Calibri" panose="020F0502020204030204" pitchFamily="34" charset="0"/>
              </a:rPr>
              <a:t>": "118449",     </a:t>
            </a:r>
          </a:p>
          <a:p>
            <a:pPr marL="356235" indent="-6350">
              <a:lnSpc>
                <a:spcPct val="107000"/>
              </a:lnSpc>
              <a:spcAft>
                <a:spcPts val="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terminalId</a:t>
            </a:r>
            <a:r>
              <a:rPr lang="en-IN" sz="1400" dirty="0">
                <a:latin typeface="Mulish" pitchFamily="2" charset="0"/>
                <a:ea typeface="Calibri" panose="020F0502020204030204" pitchFamily="34" charset="0"/>
              </a:rPr>
              <a:t>": "5411",     </a:t>
            </a:r>
          </a:p>
          <a:p>
            <a:pPr marL="356235" indent="-6350">
              <a:lnSpc>
                <a:spcPct val="107000"/>
              </a:lnSpc>
              <a:spcAft>
                <a:spcPts val="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merchantTranId</a:t>
            </a:r>
            <a:r>
              <a:rPr lang="en-IN" sz="1400" dirty="0">
                <a:latin typeface="Mulish" pitchFamily="2" charset="0"/>
                <a:ea typeface="Calibri" panose="020F0502020204030204" pitchFamily="34" charset="0"/>
              </a:rPr>
              <a:t>": "p0nillp0k9lqlp091p17",     </a:t>
            </a:r>
          </a:p>
          <a:p>
            <a:pPr marL="356235" indent="-6350">
              <a:lnSpc>
                <a:spcPct val="107000"/>
              </a:lnSpc>
              <a:spcAft>
                <a:spcPts val="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billNumber</a:t>
            </a:r>
            <a:r>
              <a:rPr lang="en-IN" sz="1400" dirty="0">
                <a:latin typeface="Mulish" pitchFamily="2" charset="0"/>
                <a:ea typeface="Calibri" panose="020F0502020204030204" pitchFamily="34" charset="0"/>
              </a:rPr>
              <a:t>": "sdf1po111b",           </a:t>
            </a:r>
          </a:p>
          <a:p>
            <a:pPr marL="356235" indent="-6350">
              <a:lnSpc>
                <a:spcPct val="107000"/>
              </a:lnSpc>
              <a:spcAft>
                <a:spcPts val="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validatePayerAccFlag</a:t>
            </a:r>
            <a:r>
              <a:rPr lang="en-IN" sz="1400" dirty="0">
                <a:latin typeface="Mulish" pitchFamily="2" charset="0"/>
                <a:ea typeface="Calibri" panose="020F0502020204030204" pitchFamily="34" charset="0"/>
              </a:rPr>
              <a:t>": "Y",     </a:t>
            </a:r>
          </a:p>
          <a:p>
            <a:pPr marL="356235" indent="-6350">
              <a:lnSpc>
                <a:spcPct val="107000"/>
              </a:lnSpc>
              <a:spcAft>
                <a:spcPts val="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payerAccount</a:t>
            </a:r>
            <a:r>
              <a:rPr lang="en-IN" sz="1400" dirty="0">
                <a:latin typeface="Mulish" pitchFamily="2" charset="0"/>
                <a:ea typeface="Calibri" panose="020F0502020204030204" pitchFamily="34" charset="0"/>
              </a:rPr>
              <a:t>": "0405012740",     </a:t>
            </a:r>
          </a:p>
          <a:p>
            <a:pPr marL="356235" indent="-6350">
              <a:lnSpc>
                <a:spcPct val="107000"/>
              </a:lnSpc>
              <a:spcAft>
                <a:spcPts val="15"/>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payerIFSC</a:t>
            </a:r>
            <a:r>
              <a:rPr lang="en-IN" sz="1400" dirty="0">
                <a:latin typeface="Mulish" pitchFamily="2" charset="0"/>
                <a:ea typeface="Calibri" panose="020F0502020204030204" pitchFamily="34" charset="0"/>
              </a:rPr>
              <a:t>": "IC00000", </a:t>
            </a:r>
          </a:p>
          <a:p>
            <a:pPr marL="365760" indent="-6350">
              <a:lnSpc>
                <a:spcPct val="107000"/>
              </a:lnSpc>
              <a:spcAft>
                <a:spcPts val="15"/>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validityStartDateTime</a:t>
            </a:r>
            <a:r>
              <a:rPr lang="en-IN" sz="1400" dirty="0">
                <a:latin typeface="Mulish" pitchFamily="2" charset="0"/>
                <a:ea typeface="Calibri" panose="020F0502020204030204" pitchFamily="34" charset="0"/>
              </a:rPr>
              <a:t>”: ”29/12/2022 15:30:00”, </a:t>
            </a:r>
          </a:p>
          <a:p>
            <a:pPr marL="356235" indent="-6350">
              <a:lnSpc>
                <a:spcPct val="107000"/>
              </a:lnSpc>
              <a:spcAft>
                <a:spcPts val="15"/>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validityEndDateTime</a:t>
            </a:r>
            <a:r>
              <a:rPr lang="en-IN" sz="1400" dirty="0">
                <a:latin typeface="Mulish" pitchFamily="2" charset="0"/>
                <a:ea typeface="Calibri" panose="020F0502020204030204" pitchFamily="34" charset="0"/>
              </a:rPr>
              <a:t>”: ”29/12/2022 16:30:00”, </a:t>
            </a:r>
          </a:p>
          <a:p>
            <a:pPr marL="356235" indent="-6350">
              <a:lnSpc>
                <a:spcPct val="107000"/>
              </a:lnSpc>
              <a:spcAft>
                <a:spcPts val="15"/>
              </a:spcAft>
            </a:pPr>
            <a:r>
              <a:rPr lang="en-IN" sz="1400" dirty="0">
                <a:latin typeface="Mulish" pitchFamily="2" charset="0"/>
                <a:ea typeface="Calibri" panose="020F0502020204030204" pitchFamily="34" charset="0"/>
              </a:rPr>
              <a:t>    “update”: “N” </a:t>
            </a:r>
          </a:p>
          <a:p>
            <a:pPr marL="356235" indent="-6350">
              <a:lnSpc>
                <a:spcPct val="107000"/>
              </a:lnSpc>
              <a:spcAft>
                <a:spcPts val="0"/>
              </a:spcAft>
            </a:pPr>
            <a:r>
              <a:rPr lang="en-IN" sz="1400" dirty="0">
                <a:latin typeface="Mulish" pitchFamily="2" charset="0"/>
                <a:ea typeface="Calibri" panose="020F0502020204030204" pitchFamily="34" charset="0"/>
              </a:rPr>
              <a:t>}     </a:t>
            </a:r>
            <a:endParaRPr lang="en-IN" sz="1400" dirty="0">
              <a:effectLst/>
              <a:latin typeface="Mulish" pitchFamily="2" charset="0"/>
              <a:ea typeface="Calibri" panose="020F0502020204030204" pitchFamily="34" charset="0"/>
            </a:endParaRPr>
          </a:p>
        </p:txBody>
      </p:sp>
      <p:sp>
        <p:nvSpPr>
          <p:cNvPr id="5" name="Rectangle 4"/>
          <p:cNvSpPr/>
          <p:nvPr/>
        </p:nvSpPr>
        <p:spPr>
          <a:xfrm>
            <a:off x="4107365" y="2144053"/>
            <a:ext cx="6092825" cy="2152256"/>
          </a:xfrm>
          <a:prstGeom prst="rect">
            <a:avLst/>
          </a:prstGeom>
        </p:spPr>
        <p:txBody>
          <a:bodyPr>
            <a:spAutoFit/>
          </a:bodyPr>
          <a:lstStyle/>
          <a:p>
            <a:pPr marL="446405" indent="-6350">
              <a:lnSpc>
                <a:spcPct val="107000"/>
              </a:lnSpc>
              <a:spcAft>
                <a:spcPts val="15"/>
              </a:spcAft>
            </a:pPr>
            <a:r>
              <a:rPr lang="en-IN" sz="1400" dirty="0">
                <a:latin typeface="Mulish" pitchFamily="2" charset="0"/>
                <a:ea typeface="Calibri" panose="020F0502020204030204" pitchFamily="34" charset="0"/>
              </a:rPr>
              <a:t>{     </a:t>
            </a:r>
          </a:p>
          <a:p>
            <a:pPr marL="446405" indent="-6350">
              <a:lnSpc>
                <a:spcPct val="107000"/>
              </a:lnSpc>
              <a:spcAft>
                <a:spcPts val="15"/>
              </a:spcAft>
            </a:pPr>
            <a:r>
              <a:rPr lang="en-IN" sz="1400" dirty="0">
                <a:latin typeface="Mulish" pitchFamily="2" charset="0"/>
                <a:ea typeface="Calibri" panose="020F0502020204030204" pitchFamily="34" charset="0"/>
              </a:rPr>
              <a:t>"response":"0",     </a:t>
            </a:r>
          </a:p>
          <a:p>
            <a:pPr marL="446405" indent="-6350">
              <a:lnSpc>
                <a:spcPct val="107000"/>
              </a:lnSpc>
              <a:spcAft>
                <a:spcPts val="15"/>
              </a:spcAft>
            </a:pPr>
            <a:r>
              <a:rPr lang="en-IN" sz="1400" dirty="0">
                <a:latin typeface="Mulish" pitchFamily="2" charset="0"/>
                <a:ea typeface="Calibri" panose="020F0502020204030204" pitchFamily="34" charset="0"/>
              </a:rPr>
              <a:t>"merchantId":"118449",     </a:t>
            </a:r>
          </a:p>
          <a:p>
            <a:pPr marL="446405" indent="-6350">
              <a:lnSpc>
                <a:spcPct val="107000"/>
              </a:lnSpc>
              <a:spcAft>
                <a:spcPts val="15"/>
              </a:spcAft>
            </a:pPr>
            <a:r>
              <a:rPr lang="en-IN" sz="1400" dirty="0">
                <a:latin typeface="Mulish" pitchFamily="2" charset="0"/>
                <a:ea typeface="Calibri" panose="020F0502020204030204" pitchFamily="34" charset="0"/>
              </a:rPr>
              <a:t>"terminalId":"5411",     </a:t>
            </a:r>
          </a:p>
          <a:p>
            <a:pPr marL="446405" indent="-6350">
              <a:lnSpc>
                <a:spcPct val="107000"/>
              </a:lnSpc>
              <a:spcAft>
                <a:spcPts val="15"/>
              </a:spcAft>
            </a:pPr>
            <a:r>
              <a:rPr lang="en-IN" sz="1400" dirty="0">
                <a:latin typeface="Mulish" pitchFamily="2" charset="0"/>
                <a:ea typeface="Calibri" panose="020F0502020204030204" pitchFamily="34" charset="0"/>
              </a:rPr>
              <a:t>"</a:t>
            </a:r>
            <a:r>
              <a:rPr lang="en-IN" sz="1400" dirty="0" err="1">
                <a:latin typeface="Mulish" pitchFamily="2" charset="0"/>
                <a:ea typeface="Calibri" panose="020F0502020204030204" pitchFamily="34" charset="0"/>
              </a:rPr>
              <a:t>success":"true</a:t>
            </a:r>
            <a:r>
              <a:rPr lang="en-IN" sz="1400" dirty="0">
                <a:latin typeface="Mulish" pitchFamily="2" charset="0"/>
                <a:ea typeface="Calibri" panose="020F0502020204030204" pitchFamily="34" charset="0"/>
              </a:rPr>
              <a:t>",     </a:t>
            </a:r>
          </a:p>
          <a:p>
            <a:pPr marL="446405" indent="-6350">
              <a:lnSpc>
                <a:spcPct val="107000"/>
              </a:lnSpc>
              <a:spcAft>
                <a:spcPts val="15"/>
              </a:spcAft>
            </a:pPr>
            <a:r>
              <a:rPr lang="en-IN" sz="1400" dirty="0">
                <a:latin typeface="Mulish" pitchFamily="2" charset="0"/>
                <a:ea typeface="Calibri" panose="020F0502020204030204" pitchFamily="34" charset="0"/>
              </a:rPr>
              <a:t>"</a:t>
            </a:r>
            <a:r>
              <a:rPr lang="en-IN" sz="1400" dirty="0" err="1">
                <a:latin typeface="Mulish" pitchFamily="2" charset="0"/>
                <a:ea typeface="Calibri" panose="020F0502020204030204" pitchFamily="34" charset="0"/>
              </a:rPr>
              <a:t>message":"Transaction</a:t>
            </a:r>
            <a:r>
              <a:rPr lang="en-IN" sz="1400" dirty="0">
                <a:latin typeface="Mulish" pitchFamily="2" charset="0"/>
                <a:ea typeface="Calibri" panose="020F0502020204030204" pitchFamily="34" charset="0"/>
              </a:rPr>
              <a:t> Initiated",     </a:t>
            </a:r>
          </a:p>
          <a:p>
            <a:pPr marL="446405" indent="-6350">
              <a:lnSpc>
                <a:spcPct val="107000"/>
              </a:lnSpc>
              <a:spcAft>
                <a:spcPts val="15"/>
              </a:spcAft>
            </a:pPr>
            <a:r>
              <a:rPr lang="en-IN" sz="1400" dirty="0">
                <a:latin typeface="Mulish" pitchFamily="2" charset="0"/>
                <a:ea typeface="Calibri" panose="020F0502020204030204" pitchFamily="34" charset="0"/>
              </a:rPr>
              <a:t>"</a:t>
            </a:r>
            <a:r>
              <a:rPr lang="en-IN" sz="1400" dirty="0" err="1">
                <a:latin typeface="Mulish" pitchFamily="2" charset="0"/>
                <a:ea typeface="Calibri" panose="020F0502020204030204" pitchFamily="34" charset="0"/>
              </a:rPr>
              <a:t>merchantTranId</a:t>
            </a:r>
            <a:r>
              <a:rPr lang="en-IN" sz="1400" dirty="0">
                <a:latin typeface="Mulish" pitchFamily="2" charset="0"/>
                <a:ea typeface="Calibri" panose="020F0502020204030204" pitchFamily="34" charset="0"/>
              </a:rPr>
              <a:t>":" p0nillp0k9lqlp091p17",     </a:t>
            </a:r>
          </a:p>
          <a:p>
            <a:pPr marL="446405" indent="-6350">
              <a:lnSpc>
                <a:spcPct val="107000"/>
              </a:lnSpc>
              <a:spcAft>
                <a:spcPts val="15"/>
              </a:spcAft>
            </a:pPr>
            <a:r>
              <a:rPr lang="en-IN" sz="1400" dirty="0">
                <a:latin typeface="Mulish" pitchFamily="2" charset="0"/>
                <a:ea typeface="Calibri" panose="020F0502020204030204" pitchFamily="34" charset="0"/>
              </a:rPr>
              <a:t>"refId":"EZY286844327832”, </a:t>
            </a:r>
          </a:p>
          <a:p>
            <a:pPr marL="446405" indent="-6350">
              <a:lnSpc>
                <a:spcPct val="107000"/>
              </a:lnSpc>
              <a:spcAft>
                <a:spcPts val="15"/>
              </a:spcAft>
            </a:pPr>
            <a:r>
              <a:rPr lang="en-IN" sz="1400" dirty="0">
                <a:latin typeface="Mulish" pitchFamily="2" charset="0"/>
                <a:ea typeface="Calibri" panose="020F0502020204030204" pitchFamily="34" charset="0"/>
              </a:rPr>
              <a:t>}     </a:t>
            </a:r>
            <a:endParaRPr lang="en-IN" sz="1400" dirty="0">
              <a:effectLst/>
              <a:latin typeface="Mulish" pitchFamily="2" charset="0"/>
              <a:ea typeface="Calibri" panose="020F0502020204030204" pitchFamily="34" charset="0"/>
            </a:endParaRPr>
          </a:p>
        </p:txBody>
      </p:sp>
      <p:sp>
        <p:nvSpPr>
          <p:cNvPr id="6" name="Rectangle 5"/>
          <p:cNvSpPr/>
          <p:nvPr/>
        </p:nvSpPr>
        <p:spPr>
          <a:xfrm>
            <a:off x="7944858" y="1331142"/>
            <a:ext cx="4876800" cy="4265527"/>
          </a:xfrm>
          <a:prstGeom prst="rect">
            <a:avLst/>
          </a:prstGeom>
        </p:spPr>
        <p:txBody>
          <a:bodyPr wrap="square">
            <a:spAutoFit/>
          </a:bodyPr>
          <a:lstStyle/>
          <a:p>
            <a:pPr marL="365760" indent="-6350">
              <a:lnSpc>
                <a:spcPct val="108000"/>
              </a:lnSpc>
              <a:spcAft>
                <a:spcPts val="20"/>
              </a:spcAft>
            </a:pPr>
            <a:r>
              <a:rPr lang="en-IN" sz="1400" dirty="0">
                <a:latin typeface="Mulish" pitchFamily="2" charset="0"/>
                <a:ea typeface="Calibri" panose="020F0502020204030204" pitchFamily="34" charset="0"/>
              </a:rPr>
              <a:t>{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merchantId</a:t>
            </a:r>
            <a:r>
              <a:rPr lang="en-IN" sz="1400" dirty="0">
                <a:latin typeface="Mulish" pitchFamily="2" charset="0"/>
                <a:ea typeface="Calibri" panose="020F0502020204030204" pitchFamily="34" charset="0"/>
              </a:rPr>
              <a:t>" : "401491",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subMerchantId</a:t>
            </a:r>
            <a:r>
              <a:rPr lang="en-IN" sz="1400" dirty="0">
                <a:latin typeface="Mulish" pitchFamily="2" charset="0"/>
                <a:ea typeface="Calibri" panose="020F0502020204030204" pitchFamily="34" charset="0"/>
              </a:rPr>
              <a:t>" : "401491",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terminalId</a:t>
            </a:r>
            <a:r>
              <a:rPr lang="en-IN" sz="1400" dirty="0">
                <a:latin typeface="Mulish" pitchFamily="2" charset="0"/>
                <a:ea typeface="Calibri" panose="020F0502020204030204" pitchFamily="34" charset="0"/>
              </a:rPr>
              <a:t>" : "5411",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BankRRN</a:t>
            </a:r>
            <a:r>
              <a:rPr lang="en-IN" sz="1400" dirty="0">
                <a:latin typeface="Mulish" pitchFamily="2" charset="0"/>
                <a:ea typeface="Calibri" panose="020F0502020204030204" pitchFamily="34" charset="0"/>
              </a:rPr>
              <a:t>" : "615519221396",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merchantTranId</a:t>
            </a:r>
            <a:r>
              <a:rPr lang="en-IN" sz="1400" dirty="0">
                <a:latin typeface="Mulish" pitchFamily="2" charset="0"/>
                <a:ea typeface="Calibri" panose="020F0502020204030204" pitchFamily="34" charset="0"/>
              </a:rPr>
              <a:t>" : " p0nillp0k9lqlp091p17 ",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PayerName</a:t>
            </a:r>
            <a:r>
              <a:rPr lang="en-IN" sz="1400" dirty="0">
                <a:latin typeface="Mulish" pitchFamily="2" charset="0"/>
                <a:ea typeface="Calibri" panose="020F0502020204030204" pitchFamily="34" charset="0"/>
              </a:rPr>
              <a:t>" : "</a:t>
            </a:r>
            <a:r>
              <a:rPr lang="en-IN" sz="1400" dirty="0" err="1">
                <a:latin typeface="Mulish" pitchFamily="2" charset="0"/>
                <a:ea typeface="Calibri" panose="020F0502020204030204" pitchFamily="34" charset="0"/>
              </a:rPr>
              <a:t>hhjjj</a:t>
            </a:r>
            <a:r>
              <a:rPr lang="en-IN" sz="1400" dirty="0">
                <a:latin typeface="Mulish" pitchFamily="2" charset="0"/>
                <a:ea typeface="Calibri" panose="020F0502020204030204" pitchFamily="34" charset="0"/>
              </a:rPr>
              <a:t>",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PayerMobile</a:t>
            </a:r>
            <a:r>
              <a:rPr lang="en-IN" sz="1400" dirty="0">
                <a:latin typeface="Mulish" pitchFamily="2" charset="0"/>
                <a:ea typeface="Calibri" panose="020F0502020204030204" pitchFamily="34" charset="0"/>
              </a:rPr>
              <a:t>" : “0000000000",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PayerVA</a:t>
            </a:r>
            <a:r>
              <a:rPr lang="en-IN" sz="1400" dirty="0">
                <a:latin typeface="Mulish" pitchFamily="2" charset="0"/>
                <a:ea typeface="Calibri" panose="020F0502020204030204" pitchFamily="34" charset="0"/>
              </a:rPr>
              <a:t>" : "testing1@imobile",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PayerAmount</a:t>
            </a:r>
            <a:r>
              <a:rPr lang="en-IN" sz="1400" dirty="0">
                <a:latin typeface="Mulish" pitchFamily="2" charset="0"/>
                <a:ea typeface="Calibri" panose="020F0502020204030204" pitchFamily="34" charset="0"/>
              </a:rPr>
              <a:t>" : "12",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TxnStatus</a:t>
            </a:r>
            <a:r>
              <a:rPr lang="en-IN" sz="1400" dirty="0">
                <a:latin typeface="Mulish" pitchFamily="2" charset="0"/>
                <a:ea typeface="Calibri" panose="020F0502020204030204" pitchFamily="34" charset="0"/>
              </a:rPr>
              <a:t>" : "SUCCESS",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TxnInitDate</a:t>
            </a:r>
            <a:r>
              <a:rPr lang="en-IN" sz="1400" dirty="0">
                <a:latin typeface="Mulish" pitchFamily="2" charset="0"/>
                <a:ea typeface="Calibri" panose="020F0502020204030204" pitchFamily="34" charset="0"/>
              </a:rPr>
              <a:t>" : "201904085142352",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TxnCompletionDate</a:t>
            </a:r>
            <a:r>
              <a:rPr lang="en-IN" sz="1400" dirty="0">
                <a:latin typeface="Mulish" pitchFamily="2" charset="0"/>
                <a:ea typeface="Calibri" panose="020F0502020204030204" pitchFamily="34" charset="0"/>
              </a:rPr>
              <a:t>" : "20190408142352"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ResponseCode</a:t>
            </a:r>
            <a:r>
              <a:rPr lang="en-IN" sz="1400" dirty="0">
                <a:latin typeface="Mulish" pitchFamily="2" charset="0"/>
                <a:ea typeface="Calibri" panose="020F0502020204030204" pitchFamily="34" charset="0"/>
              </a:rPr>
              <a:t>" :"00",    </a:t>
            </a:r>
          </a:p>
          <a:p>
            <a:pPr marL="365760" indent="-6350">
              <a:lnSpc>
                <a:spcPct val="108000"/>
              </a:lnSpc>
              <a:spcAft>
                <a:spcPts val="20"/>
              </a:spcAft>
            </a:pPr>
            <a:r>
              <a:rPr lang="en-IN" sz="1400" dirty="0">
                <a:latin typeface="Mulish" pitchFamily="2" charset="0"/>
                <a:ea typeface="Calibri" panose="020F0502020204030204" pitchFamily="34" charset="0"/>
              </a:rPr>
              <a:t>   "</a:t>
            </a:r>
            <a:r>
              <a:rPr lang="en-IN" sz="1400" dirty="0" err="1">
                <a:latin typeface="Mulish" pitchFamily="2" charset="0"/>
                <a:ea typeface="Calibri" panose="020F0502020204030204" pitchFamily="34" charset="0"/>
              </a:rPr>
              <a:t>RespCodeDescription</a:t>
            </a:r>
            <a:r>
              <a:rPr lang="en-IN" sz="1400" dirty="0">
                <a:latin typeface="Mulish" pitchFamily="2" charset="0"/>
                <a:ea typeface="Calibri" panose="020F0502020204030204" pitchFamily="34" charset="0"/>
              </a:rPr>
              <a:t>":"APPROVED OR </a:t>
            </a:r>
          </a:p>
          <a:p>
            <a:pPr marL="365760" indent="-6350">
              <a:lnSpc>
                <a:spcPct val="108000"/>
              </a:lnSpc>
              <a:spcAft>
                <a:spcPts val="20"/>
              </a:spcAft>
            </a:pPr>
            <a:r>
              <a:rPr lang="en-IN" sz="1400" dirty="0">
                <a:latin typeface="Mulish" pitchFamily="2" charset="0"/>
                <a:ea typeface="Calibri" panose="020F0502020204030204" pitchFamily="34" charset="0"/>
              </a:rPr>
              <a:t>COMPLETED SUCCESSFULLY "          </a:t>
            </a:r>
          </a:p>
          <a:p>
            <a:pPr marL="365760" indent="-6350">
              <a:lnSpc>
                <a:spcPct val="108000"/>
              </a:lnSpc>
              <a:spcAft>
                <a:spcPts val="20"/>
              </a:spcAft>
            </a:pPr>
            <a:r>
              <a:rPr lang="en-IN" sz="1400" dirty="0">
                <a:latin typeface="Mulish" pitchFamily="2" charset="0"/>
                <a:ea typeface="Calibri" panose="020F0502020204030204" pitchFamily="34" charset="0"/>
              </a:rPr>
              <a:t>"PayeeVPA":"fsinsurancesit2@icici"    </a:t>
            </a:r>
          </a:p>
          <a:p>
            <a:pPr marL="365760" indent="-6350">
              <a:lnSpc>
                <a:spcPct val="108000"/>
              </a:lnSpc>
              <a:spcAft>
                <a:spcPts val="830"/>
              </a:spcAft>
            </a:pPr>
            <a:r>
              <a:rPr lang="en-IN" sz="1400" dirty="0">
                <a:latin typeface="Mulish" pitchFamily="2" charset="0"/>
                <a:ea typeface="Calibri" panose="020F0502020204030204" pitchFamily="34" charset="0"/>
              </a:rPr>
              <a:t> }</a:t>
            </a:r>
            <a:r>
              <a:rPr lang="en-IN" sz="1400" dirty="0">
                <a:latin typeface="Mulish" pitchFamily="2" charset="0"/>
                <a:ea typeface="Liberation Serif" panose="02020603050405020304" pitchFamily="18" charset="0"/>
              </a:rPr>
              <a:t> </a:t>
            </a:r>
            <a:r>
              <a:rPr lang="en-IN" sz="1400" dirty="0">
                <a:latin typeface="Mulish" pitchFamily="2" charset="0"/>
                <a:ea typeface="Calibri" panose="020F0502020204030204" pitchFamily="34" charset="0"/>
              </a:rPr>
              <a:t>      </a:t>
            </a:r>
            <a:endParaRPr lang="en-IN" sz="1400" dirty="0">
              <a:effectLst/>
              <a:latin typeface="Mulish" pitchFamily="2" charset="0"/>
              <a:ea typeface="Calibri" panose="020F0502020204030204" pitchFamily="34" charset="0"/>
            </a:endParaRPr>
          </a:p>
        </p:txBody>
      </p:sp>
      <p:sp>
        <p:nvSpPr>
          <p:cNvPr id="8" name="Rectangle 7"/>
          <p:cNvSpPr/>
          <p:nvPr/>
        </p:nvSpPr>
        <p:spPr>
          <a:xfrm>
            <a:off x="773112" y="1047151"/>
            <a:ext cx="2895600" cy="33511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t>Request from Merchant</a:t>
            </a:r>
            <a:endParaRPr lang="en-IN" b="1" dirty="0"/>
          </a:p>
        </p:txBody>
      </p:sp>
      <p:sp>
        <p:nvSpPr>
          <p:cNvPr id="41" name="Rectangle 40"/>
          <p:cNvSpPr/>
          <p:nvPr/>
        </p:nvSpPr>
        <p:spPr>
          <a:xfrm>
            <a:off x="4818061" y="1047151"/>
            <a:ext cx="2895600" cy="33511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t>Response by ICICI</a:t>
            </a:r>
            <a:endParaRPr lang="en-IN" b="1" dirty="0"/>
          </a:p>
        </p:txBody>
      </p:sp>
      <p:sp>
        <p:nvSpPr>
          <p:cNvPr id="42" name="Rectangle 41"/>
          <p:cNvSpPr/>
          <p:nvPr/>
        </p:nvSpPr>
        <p:spPr>
          <a:xfrm>
            <a:off x="8658224" y="1047151"/>
            <a:ext cx="2895600" cy="33511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t>Callback by ICICI</a:t>
            </a:r>
            <a:endParaRPr lang="en-IN" b="1" dirty="0"/>
          </a:p>
        </p:txBody>
      </p:sp>
      <p:sp>
        <p:nvSpPr>
          <p:cNvPr id="16" name="TextBox 15"/>
          <p:cNvSpPr txBox="1"/>
          <p:nvPr/>
        </p:nvSpPr>
        <p:spPr>
          <a:xfrm>
            <a:off x="2181224" y="4750317"/>
            <a:ext cx="2087994" cy="307777"/>
          </a:xfrm>
          <a:prstGeom prst="rect">
            <a:avLst/>
          </a:prstGeom>
          <a:noFill/>
        </p:spPr>
        <p:txBody>
          <a:bodyPr wrap="square" rtlCol="0">
            <a:spAutoFit/>
          </a:bodyPr>
          <a:lstStyle/>
          <a:p>
            <a:r>
              <a:rPr lang="en-US" sz="1400" b="1" i="1" u="sng" dirty="0">
                <a:solidFill>
                  <a:schemeClr val="tx2"/>
                </a:solidFill>
                <a:latin typeface="Mulish" pitchFamily="2" charset="0"/>
              </a:rPr>
              <a:t>*Optional Parameters</a:t>
            </a:r>
            <a:endParaRPr lang="en-IN" sz="1400" b="1" i="1" u="sng" dirty="0">
              <a:solidFill>
                <a:schemeClr val="tx2"/>
              </a:solidFill>
              <a:latin typeface="Mulish" pitchFamily="2" charset="0"/>
            </a:endParaRPr>
          </a:p>
        </p:txBody>
      </p:sp>
      <p:sp>
        <p:nvSpPr>
          <p:cNvPr id="11" name="Rectangle 10"/>
          <p:cNvSpPr/>
          <p:nvPr/>
        </p:nvSpPr>
        <p:spPr>
          <a:xfrm>
            <a:off x="276224" y="2961659"/>
            <a:ext cx="4038600" cy="1502209"/>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Down Arrow 11"/>
          <p:cNvSpPr/>
          <p:nvPr/>
        </p:nvSpPr>
        <p:spPr>
          <a:xfrm>
            <a:off x="3202305" y="4488725"/>
            <a:ext cx="45719" cy="2502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3732212" y="5786273"/>
            <a:ext cx="7821612" cy="707886"/>
          </a:xfrm>
          <a:prstGeom prst="rect">
            <a:avLst/>
          </a:prstGeom>
          <a:ln w="28575">
            <a:solidFill>
              <a:schemeClr val="accent1"/>
            </a:solidFill>
          </a:ln>
        </p:spPr>
        <p:txBody>
          <a:bodyPr wrap="square">
            <a:spAutoFit/>
          </a:bodyPr>
          <a:lstStyle/>
          <a:p>
            <a:r>
              <a:rPr lang="en-US" sz="2000" dirty="0">
                <a:latin typeface="Calibri" panose="020F0502020204030204" pitchFamily="34" charset="0"/>
                <a:ea typeface="SimSun" panose="02010600030101010101" pitchFamily="2" charset="-122"/>
              </a:rPr>
              <a:t>upi://pay?pa=uatmer108@icici&amp;pn=INRecharge&amp;tr=EZY124463867035&amp;am=&amp;cu=INR&amp;mc=5411</a:t>
            </a:r>
            <a:endParaRPr lang="en-US" dirty="0"/>
          </a:p>
        </p:txBody>
      </p:sp>
      <p:sp>
        <p:nvSpPr>
          <p:cNvPr id="18" name="Rectangle 17"/>
          <p:cNvSpPr/>
          <p:nvPr/>
        </p:nvSpPr>
        <p:spPr>
          <a:xfrm>
            <a:off x="1560987" y="5857753"/>
            <a:ext cx="1391007" cy="400110"/>
          </a:xfrm>
          <a:prstGeom prst="rect">
            <a:avLst/>
          </a:prstGeom>
          <a:ln w="28575">
            <a:solidFill>
              <a:schemeClr val="accent1"/>
            </a:solidFill>
          </a:ln>
        </p:spPr>
        <p:txBody>
          <a:bodyPr wrap="square">
            <a:spAutoFit/>
          </a:bodyPr>
          <a:lstStyle/>
          <a:p>
            <a:r>
              <a:rPr lang="en-US" sz="2000" dirty="0">
                <a:latin typeface="Calibri" panose="020F0502020204030204" pitchFamily="34" charset="0"/>
                <a:ea typeface="SimSun" panose="02010600030101010101" pitchFamily="2" charset="-122"/>
              </a:rPr>
              <a:t>QR String</a:t>
            </a:r>
            <a:endParaRPr lang="en-US" dirty="0"/>
          </a:p>
        </p:txBody>
      </p:sp>
      <p:sp>
        <p:nvSpPr>
          <p:cNvPr id="13" name="Right Arrow 12"/>
          <p:cNvSpPr/>
          <p:nvPr/>
        </p:nvSpPr>
        <p:spPr>
          <a:xfrm>
            <a:off x="3046412" y="5923964"/>
            <a:ext cx="533400" cy="252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122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 descr="How to be an Amazon power shopper: 11 tools and features you'll want to  know about"/>
          <p:cNvPicPr>
            <a:picLocks noChangeAspect="1" noChangeArrowheads="1"/>
          </p:cNvPicPr>
          <p:nvPr/>
        </p:nvPicPr>
        <p:blipFill rotWithShape="1">
          <a:blip r:embed="rId2">
            <a:extLst>
              <a:ext uri="{28A0092B-C50C-407E-A947-70E740481C1C}">
                <a14:useLocalDpi xmlns:a14="http://schemas.microsoft.com/office/drawing/2010/main" val="0"/>
              </a:ext>
            </a:extLst>
          </a:blip>
          <a:srcRect l="8164" r="64147" b="1207"/>
          <a:stretch/>
        </p:blipFill>
        <p:spPr bwMode="auto">
          <a:xfrm>
            <a:off x="36560" y="0"/>
            <a:ext cx="335438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198812" y="382670"/>
            <a:ext cx="2677610" cy="5100554"/>
          </a:xfrm>
          <a:prstGeom prst="rect">
            <a:avLst/>
          </a:prstGeom>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6061617" y="382670"/>
            <a:ext cx="3037390" cy="5178425"/>
          </a:xfrm>
          <a:prstGeom prst="rect">
            <a:avLst/>
          </a:prstGeom>
        </p:spPr>
      </p:pic>
      <p:pic>
        <p:nvPicPr>
          <p:cNvPr id="6" name="Picture 5"/>
          <p:cNvPicPr/>
          <p:nvPr/>
        </p:nvPicPr>
        <p:blipFill>
          <a:blip r:embed="rId5" cstate="print">
            <a:extLst>
              <a:ext uri="{28A0092B-C50C-407E-A947-70E740481C1C}">
                <a14:useLocalDpi xmlns:a14="http://schemas.microsoft.com/office/drawing/2010/main" val="0"/>
              </a:ext>
            </a:extLst>
          </a:blip>
          <a:stretch>
            <a:fillRect/>
          </a:stretch>
        </p:blipFill>
        <p:spPr>
          <a:xfrm>
            <a:off x="9142412" y="382669"/>
            <a:ext cx="2971800" cy="5100555"/>
          </a:xfrm>
          <a:prstGeom prst="rect">
            <a:avLst/>
          </a:prstGeom>
        </p:spPr>
      </p:pic>
      <p:sp>
        <p:nvSpPr>
          <p:cNvPr id="7" name="Text Box 2"/>
          <p:cNvSpPr txBox="1">
            <a:spLocks noChangeArrowheads="1"/>
          </p:cNvSpPr>
          <p:nvPr/>
        </p:nvSpPr>
        <p:spPr bwMode="auto">
          <a:xfrm>
            <a:off x="1123007" y="5714833"/>
            <a:ext cx="1817370" cy="651510"/>
          </a:xfrm>
          <a:prstGeom prst="rect">
            <a:avLst/>
          </a:prstGeom>
          <a:solidFill>
            <a:srgbClr val="FFFFFF"/>
          </a:solidFill>
          <a:ln w="9525">
            <a:solidFill>
              <a:srgbClr val="000000"/>
            </a:solidFill>
            <a:miter lim="800000"/>
            <a:headEnd/>
            <a:tailEnd/>
          </a:ln>
        </p:spPr>
        <p:txBody>
          <a:bodyPr rot="0" vert="horz" wrap="square" lIns="91440" tIns="45720" rIns="91440" bIns="45720" anchor="ctr" anchorCtr="0">
            <a:noAutofit/>
          </a:bodyPr>
          <a:lstStyle/>
          <a:p>
            <a:pPr algn="ctr">
              <a:lnSpc>
                <a:spcPct val="107000"/>
              </a:lnSpc>
              <a:spcAft>
                <a:spcPts val="800"/>
              </a:spcAft>
            </a:pPr>
            <a:r>
              <a:rPr lang="en-US" sz="1100">
                <a:effectLst/>
                <a:latin typeface="Tw Cen MT"/>
                <a:ea typeface="Times New Roman" panose="02020603050405020304" pitchFamily="18" charset="0"/>
                <a:cs typeface="Times New Roman" panose="02020603050405020304" pitchFamily="18" charset="0"/>
              </a:rPr>
              <a:t>Customer selects product</a:t>
            </a:r>
          </a:p>
        </p:txBody>
      </p:sp>
      <p:sp>
        <p:nvSpPr>
          <p:cNvPr id="8" name="Text Box 2"/>
          <p:cNvSpPr txBox="1">
            <a:spLocks noChangeArrowheads="1"/>
          </p:cNvSpPr>
          <p:nvPr/>
        </p:nvSpPr>
        <p:spPr bwMode="auto">
          <a:xfrm>
            <a:off x="3636439" y="5720782"/>
            <a:ext cx="1836420" cy="651510"/>
          </a:xfrm>
          <a:prstGeom prst="rect">
            <a:avLst/>
          </a:prstGeom>
          <a:solidFill>
            <a:srgbClr val="FFFFFF"/>
          </a:solidFill>
          <a:ln w="9525">
            <a:solidFill>
              <a:srgbClr val="000000"/>
            </a:solidFill>
            <a:miter lim="800000"/>
            <a:headEnd/>
            <a:tailEnd/>
          </a:ln>
        </p:spPr>
        <p:txBody>
          <a:bodyPr rot="0" vert="horz" wrap="square" lIns="91440" tIns="45720" rIns="91440" bIns="45720" anchor="ctr" anchorCtr="0">
            <a:noAutofit/>
          </a:bodyPr>
          <a:lstStyle/>
          <a:p>
            <a:pPr algn="ctr">
              <a:lnSpc>
                <a:spcPct val="107000"/>
              </a:lnSpc>
              <a:spcAft>
                <a:spcPts val="800"/>
              </a:spcAft>
            </a:pPr>
            <a:r>
              <a:rPr lang="en-US" sz="1100" dirty="0">
                <a:effectLst/>
                <a:latin typeface="Tw Cen MT"/>
                <a:ea typeface="Times New Roman" panose="02020603050405020304" pitchFamily="18" charset="0"/>
                <a:cs typeface="Times New Roman" panose="02020603050405020304" pitchFamily="18" charset="0"/>
              </a:rPr>
              <a:t>Select Buy Now Tab to purchase</a:t>
            </a:r>
          </a:p>
        </p:txBody>
      </p:sp>
      <p:sp>
        <p:nvSpPr>
          <p:cNvPr id="9" name="Text Box 2"/>
          <p:cNvSpPr txBox="1">
            <a:spLocks noChangeArrowheads="1"/>
          </p:cNvSpPr>
          <p:nvPr/>
        </p:nvSpPr>
        <p:spPr bwMode="auto">
          <a:xfrm>
            <a:off x="6864984" y="5737292"/>
            <a:ext cx="1430655" cy="635000"/>
          </a:xfrm>
          <a:prstGeom prst="rect">
            <a:avLst/>
          </a:prstGeom>
          <a:solidFill>
            <a:srgbClr val="FFFFFF"/>
          </a:solidFill>
          <a:ln w="9525">
            <a:solidFill>
              <a:srgbClr val="000000"/>
            </a:solidFill>
            <a:miter lim="800000"/>
            <a:headEnd/>
            <a:tailEnd/>
          </a:ln>
        </p:spPr>
        <p:txBody>
          <a:bodyPr rot="0" vert="horz" wrap="square" lIns="91440" tIns="45720" rIns="91440" bIns="45720" anchor="ctr" anchorCtr="0">
            <a:noAutofit/>
          </a:bodyPr>
          <a:lstStyle/>
          <a:p>
            <a:pPr algn="ctr">
              <a:lnSpc>
                <a:spcPct val="107000"/>
              </a:lnSpc>
              <a:spcAft>
                <a:spcPts val="800"/>
              </a:spcAft>
            </a:pPr>
            <a:r>
              <a:rPr lang="en-US" sz="1100">
                <a:effectLst/>
                <a:latin typeface="Tw Cen MT"/>
                <a:ea typeface="Times New Roman" panose="02020603050405020304" pitchFamily="18" charset="0"/>
                <a:cs typeface="Times New Roman" panose="02020603050405020304" pitchFamily="18" charset="0"/>
              </a:rPr>
              <a:t>Customer selects payment mode as UPI </a:t>
            </a:r>
          </a:p>
        </p:txBody>
      </p:sp>
      <p:sp>
        <p:nvSpPr>
          <p:cNvPr id="10" name="Text Box 2"/>
          <p:cNvSpPr txBox="1">
            <a:spLocks noChangeArrowheads="1"/>
          </p:cNvSpPr>
          <p:nvPr/>
        </p:nvSpPr>
        <p:spPr bwMode="auto">
          <a:xfrm>
            <a:off x="10133012" y="5715000"/>
            <a:ext cx="1430655" cy="635000"/>
          </a:xfrm>
          <a:prstGeom prst="rect">
            <a:avLst/>
          </a:prstGeom>
          <a:solidFill>
            <a:srgbClr val="FFFFFF"/>
          </a:solidFill>
          <a:ln w="9525">
            <a:solidFill>
              <a:srgbClr val="000000"/>
            </a:solidFill>
            <a:miter lim="800000"/>
            <a:headEnd/>
            <a:tailEnd/>
          </a:ln>
        </p:spPr>
        <p:txBody>
          <a:bodyPr rot="0" vert="horz" wrap="square" lIns="91440" tIns="45720" rIns="91440" bIns="45720" anchor="ctr" anchorCtr="0">
            <a:noAutofit/>
          </a:bodyPr>
          <a:lstStyle/>
          <a:p>
            <a:pPr algn="ctr">
              <a:lnSpc>
                <a:spcPct val="107000"/>
              </a:lnSpc>
              <a:spcAft>
                <a:spcPts val="800"/>
              </a:spcAft>
            </a:pPr>
            <a:r>
              <a:rPr lang="en-US" sz="1100">
                <a:effectLst/>
                <a:latin typeface="Tw Cen MT"/>
                <a:ea typeface="Times New Roman" panose="02020603050405020304" pitchFamily="18" charset="0"/>
                <a:cs typeface="Times New Roman" panose="02020603050405020304" pitchFamily="18" charset="0"/>
              </a:rPr>
              <a:t>Customer selects preferred mode for payment </a:t>
            </a:r>
          </a:p>
        </p:txBody>
      </p:sp>
    </p:spTree>
    <p:extLst>
      <p:ext uri="{BB962C8B-B14F-4D97-AF65-F5344CB8AC3E}">
        <p14:creationId xmlns:p14="http://schemas.microsoft.com/office/powerpoint/2010/main" val="333820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531812" y="381000"/>
            <a:ext cx="10896600" cy="5105399"/>
            <a:chOff x="0" y="0"/>
            <a:chExt cx="4860937" cy="2425700"/>
          </a:xfrm>
        </p:grpSpPr>
        <p:pic>
          <p:nvPicPr>
            <p:cNvPr id="7" name="Picture 6" descr="Juspay HyperUPI - Plugin SDK powering In-App UPI Payments | Juspay Blog"/>
            <p:cNvPicPr>
              <a:picLocks noChangeAspect="1"/>
            </p:cNvPicPr>
            <p:nvPr/>
          </p:nvPicPr>
          <p:blipFill rotWithShape="1">
            <a:blip r:embed="rId2" cstate="print">
              <a:extLst>
                <a:ext uri="{28A0092B-C50C-407E-A947-70E740481C1C}">
                  <a14:useLocalDpi xmlns:a14="http://schemas.microsoft.com/office/drawing/2010/main" val="0"/>
                </a:ext>
              </a:extLst>
            </a:blip>
            <a:srcRect l="53526" t="5419" r="4094" b="15650"/>
            <a:stretch/>
          </p:blipFill>
          <p:spPr bwMode="auto">
            <a:xfrm>
              <a:off x="1548142" y="0"/>
              <a:ext cx="3312795" cy="2412365"/>
            </a:xfrm>
            <a:prstGeom prst="rect">
              <a:avLst/>
            </a:prstGeom>
            <a:noFill/>
            <a:ln>
              <a:noFill/>
            </a:ln>
            <a:extLst>
              <a:ext uri="{53640926-AAD7-44D8-BBD7-CCE9431645EC}">
                <a14:shadowObscured xmlns:a14="http://schemas.microsoft.com/office/drawing/2010/main"/>
              </a:ext>
            </a:extLst>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46860" cy="2425700"/>
            </a:xfrm>
            <a:prstGeom prst="rect">
              <a:avLst/>
            </a:prstGeom>
          </p:spPr>
        </p:pic>
      </p:grpSp>
      <p:sp>
        <p:nvSpPr>
          <p:cNvPr id="9" name="Text Box 2"/>
          <p:cNvSpPr txBox="1">
            <a:spLocks noChangeArrowheads="1"/>
          </p:cNvSpPr>
          <p:nvPr/>
        </p:nvSpPr>
        <p:spPr bwMode="auto">
          <a:xfrm>
            <a:off x="1293812" y="5638800"/>
            <a:ext cx="2209800" cy="716280"/>
          </a:xfrm>
          <a:prstGeom prst="rect">
            <a:avLst/>
          </a:prstGeom>
          <a:solidFill>
            <a:srgbClr val="FFFFFF"/>
          </a:solidFill>
          <a:ln w="9525">
            <a:solidFill>
              <a:srgbClr val="000000"/>
            </a:solidFill>
            <a:miter lim="800000"/>
            <a:headEnd/>
            <a:tailEnd/>
          </a:ln>
        </p:spPr>
        <p:txBody>
          <a:bodyPr rot="0" vert="horz" wrap="square" lIns="91440" tIns="45720" rIns="91440" bIns="45720" anchor="ctr" anchorCtr="0">
            <a:noAutofit/>
          </a:bodyPr>
          <a:lstStyle/>
          <a:p>
            <a:pPr algn="ctr">
              <a:lnSpc>
                <a:spcPct val="107000"/>
              </a:lnSpc>
              <a:spcAft>
                <a:spcPts val="800"/>
              </a:spcAft>
            </a:pPr>
            <a:r>
              <a:rPr lang="en-US" sz="1100" dirty="0">
                <a:effectLst/>
                <a:latin typeface="Tw Cen MT"/>
                <a:ea typeface="Times New Roman" panose="02020603050405020304" pitchFamily="18" charset="0"/>
                <a:cs typeface="Times New Roman" panose="02020603050405020304" pitchFamily="18" charset="0"/>
              </a:rPr>
              <a:t>Customer selects tab “order and pay”</a:t>
            </a:r>
          </a:p>
        </p:txBody>
      </p:sp>
      <p:sp>
        <p:nvSpPr>
          <p:cNvPr id="10" name="Text Box 2"/>
          <p:cNvSpPr txBox="1">
            <a:spLocks noChangeArrowheads="1"/>
          </p:cNvSpPr>
          <p:nvPr/>
        </p:nvSpPr>
        <p:spPr bwMode="auto">
          <a:xfrm>
            <a:off x="4494212" y="5696669"/>
            <a:ext cx="2667000" cy="622606"/>
          </a:xfrm>
          <a:prstGeom prst="rect">
            <a:avLst/>
          </a:prstGeom>
          <a:solidFill>
            <a:srgbClr val="FFFFFF"/>
          </a:solidFill>
          <a:ln w="9525">
            <a:solidFill>
              <a:srgbClr val="000000"/>
            </a:solidFill>
            <a:miter lim="800000"/>
            <a:headEnd/>
            <a:tailEnd/>
          </a:ln>
        </p:spPr>
        <p:txBody>
          <a:bodyPr rot="0" vert="horz" wrap="square" lIns="91440" tIns="45720" rIns="91440" bIns="45720" anchor="ctr" anchorCtr="0">
            <a:spAutoFit/>
          </a:bodyPr>
          <a:lstStyle/>
          <a:p>
            <a:pPr algn="ctr">
              <a:lnSpc>
                <a:spcPct val="107000"/>
              </a:lnSpc>
              <a:spcAft>
                <a:spcPts val="800"/>
              </a:spcAft>
            </a:pPr>
            <a:r>
              <a:rPr lang="en-US" sz="1100" dirty="0">
                <a:effectLst/>
                <a:latin typeface="Tw Cen MT"/>
                <a:ea typeface="Times New Roman" panose="02020603050405020304" pitchFamily="18" charset="0"/>
                <a:cs typeface="Times New Roman" panose="02020603050405020304" pitchFamily="18" charset="0"/>
              </a:rPr>
              <a:t>Customer diverted to TPA (</a:t>
            </a:r>
            <a:r>
              <a:rPr lang="en-US" sz="1100" dirty="0" err="1">
                <a:effectLst/>
                <a:latin typeface="Tw Cen MT"/>
                <a:ea typeface="Times New Roman" panose="02020603050405020304" pitchFamily="18" charset="0"/>
                <a:cs typeface="Times New Roman" panose="02020603050405020304" pitchFamily="18" charset="0"/>
              </a:rPr>
              <a:t>ie</a:t>
            </a:r>
            <a:r>
              <a:rPr lang="en-US" sz="1100" dirty="0">
                <a:effectLst/>
                <a:latin typeface="Tw Cen MT"/>
                <a:ea typeface="Times New Roman" panose="02020603050405020304" pitchFamily="18" charset="0"/>
                <a:cs typeface="Times New Roman" panose="02020603050405020304" pitchFamily="18" charset="0"/>
              </a:rPr>
              <a:t> G Pay/</a:t>
            </a:r>
            <a:r>
              <a:rPr lang="en-US" sz="1100" dirty="0" err="1">
                <a:effectLst/>
                <a:latin typeface="Tw Cen MT"/>
                <a:ea typeface="Times New Roman" panose="02020603050405020304" pitchFamily="18" charset="0"/>
                <a:cs typeface="Times New Roman" panose="02020603050405020304" pitchFamily="18" charset="0"/>
              </a:rPr>
              <a:t>PhonePe</a:t>
            </a:r>
            <a:r>
              <a:rPr lang="en-US" sz="1100" dirty="0">
                <a:effectLst/>
                <a:latin typeface="Tw Cen MT"/>
                <a:ea typeface="Times New Roman" panose="02020603050405020304" pitchFamily="18" charset="0"/>
                <a:cs typeface="Times New Roman" panose="02020603050405020304" pitchFamily="18" charset="0"/>
              </a:rPr>
              <a:t>) to fills the pin for UPI validation</a:t>
            </a:r>
          </a:p>
        </p:txBody>
      </p:sp>
      <p:sp>
        <p:nvSpPr>
          <p:cNvPr id="11" name="Text Box 2"/>
          <p:cNvSpPr txBox="1">
            <a:spLocks noChangeArrowheads="1"/>
          </p:cNvSpPr>
          <p:nvPr/>
        </p:nvSpPr>
        <p:spPr bwMode="auto">
          <a:xfrm>
            <a:off x="8990012" y="5696668"/>
            <a:ext cx="1828800" cy="658411"/>
          </a:xfrm>
          <a:prstGeom prst="rect">
            <a:avLst/>
          </a:prstGeom>
          <a:solidFill>
            <a:srgbClr val="FFFFFF"/>
          </a:solidFill>
          <a:ln w="9525">
            <a:solidFill>
              <a:srgbClr val="000000"/>
            </a:solidFill>
            <a:miter lim="800000"/>
            <a:headEnd/>
            <a:tailEnd/>
          </a:ln>
        </p:spPr>
        <p:txBody>
          <a:bodyPr rot="0" vert="horz" wrap="square" lIns="91440" tIns="45720" rIns="91440" bIns="45720" anchor="ctr" anchorCtr="0">
            <a:noAutofit/>
          </a:bodyPr>
          <a:lstStyle/>
          <a:p>
            <a:pPr algn="ctr">
              <a:lnSpc>
                <a:spcPct val="107000"/>
              </a:lnSpc>
              <a:spcAft>
                <a:spcPts val="800"/>
              </a:spcAft>
            </a:pPr>
            <a:r>
              <a:rPr lang="en-US" sz="1100" dirty="0">
                <a:effectLst/>
                <a:latin typeface="Tw Cen MT"/>
                <a:ea typeface="Times New Roman" panose="02020603050405020304" pitchFamily="18" charset="0"/>
                <a:cs typeface="Times New Roman" panose="02020603050405020304" pitchFamily="18" charset="0"/>
              </a:rPr>
              <a:t>Transaction completed successfully</a:t>
            </a:r>
          </a:p>
        </p:txBody>
      </p:sp>
    </p:spTree>
    <p:extLst>
      <p:ext uri="{BB962C8B-B14F-4D97-AF65-F5344CB8AC3E}">
        <p14:creationId xmlns:p14="http://schemas.microsoft.com/office/powerpoint/2010/main" val="1424379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215900"/>
            <a:ext cx="11684000" cy="493713"/>
          </a:xfrm>
          <a:prstGeom prst="rect">
            <a:avLst/>
          </a:prstGeom>
        </p:spPr>
        <p:txBody>
          <a:bodyPr/>
          <a:lstStyle/>
          <a:p>
            <a:pPr marL="0" indent="0">
              <a:buNone/>
            </a:pPr>
            <a:r>
              <a:rPr lang="en-US" b="1" dirty="0">
                <a:solidFill>
                  <a:srgbClr val="97281D"/>
                </a:solidFill>
                <a:latin typeface="Mulish" pitchFamily="2" charset="0"/>
              </a:rPr>
              <a:t>UPI Collection – Static QR</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276012" y="6415628"/>
            <a:ext cx="609600" cy="366183"/>
          </a:xfrm>
        </p:spPr>
        <p:txBody>
          <a:bodyPr/>
          <a:lstStyle/>
          <a:p>
            <a:fld id="{050E451D-5525-4539-B07D-AF98FB2E324F}" type="slidenum">
              <a:rPr lang="en-US" smtClean="0">
                <a:solidFill>
                  <a:srgbClr val="1F497D"/>
                </a:solidFill>
              </a:rPr>
              <a:pPr/>
              <a:t>7</a:t>
            </a:fld>
            <a:endParaRPr lang="en-US" dirty="0">
              <a:solidFill>
                <a:srgbClr val="1F497D"/>
              </a:solidFill>
            </a:endParaRPr>
          </a:p>
        </p:txBody>
      </p:sp>
      <p:sp>
        <p:nvSpPr>
          <p:cNvPr id="9" name="Rounded Rectangle 8"/>
          <p:cNvSpPr/>
          <p:nvPr/>
        </p:nvSpPr>
        <p:spPr>
          <a:xfrm>
            <a:off x="5096848" y="1142999"/>
            <a:ext cx="914400" cy="3505200"/>
          </a:xfrm>
          <a:prstGeom prst="roundRect">
            <a:avLst/>
          </a:prstGeom>
          <a:effectLst>
            <a:outerShdw blurRad="50800" dist="38100" dir="18900000" algn="b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b="1" dirty="0">
                <a:latin typeface="Mulish" pitchFamily="2" charset="0"/>
              </a:rPr>
              <a:t>Client Server</a:t>
            </a:r>
            <a:endParaRPr lang="en-IN" sz="1600" b="1" dirty="0">
              <a:latin typeface="Mulish" pitchFamily="2" charset="0"/>
            </a:endParaRPr>
          </a:p>
        </p:txBody>
      </p:sp>
      <p:sp>
        <p:nvSpPr>
          <p:cNvPr id="13" name="Rounded Rectangle 12"/>
          <p:cNvSpPr/>
          <p:nvPr/>
        </p:nvSpPr>
        <p:spPr>
          <a:xfrm>
            <a:off x="10209206" y="1142999"/>
            <a:ext cx="914400" cy="3505199"/>
          </a:xfrm>
          <a:prstGeom prst="roundRect">
            <a:avLst/>
          </a:prstGeom>
          <a:effectLst>
            <a:outerShdw blurRad="50800" dist="38100" dir="18900000" algn="b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ICICI Banks Server</a:t>
            </a:r>
            <a:endParaRPr lang="en-IN" sz="1600" b="1" dirty="0">
              <a:latin typeface="Mulish" pitchFamily="2" charset="0"/>
            </a:endParaRPr>
          </a:p>
        </p:txBody>
      </p:sp>
      <p:sp>
        <p:nvSpPr>
          <p:cNvPr id="25" name="TextBox 24"/>
          <p:cNvSpPr txBox="1"/>
          <p:nvPr/>
        </p:nvSpPr>
        <p:spPr>
          <a:xfrm>
            <a:off x="1082091" y="1315313"/>
            <a:ext cx="1795030" cy="523220"/>
          </a:xfrm>
          <a:prstGeom prst="rect">
            <a:avLst/>
          </a:prstGeom>
          <a:noFill/>
        </p:spPr>
        <p:txBody>
          <a:bodyPr wrap="square" rtlCol="0">
            <a:spAutoFit/>
          </a:bodyPr>
          <a:lstStyle/>
          <a:p>
            <a:r>
              <a:rPr lang="en-US" sz="1400" b="1" dirty="0">
                <a:latin typeface="Mulish" pitchFamily="2" charset="0"/>
              </a:rPr>
              <a:t>QR pasted at Merchant’s shop</a:t>
            </a:r>
            <a:endParaRPr lang="en-IN" sz="1400" b="1" dirty="0">
              <a:latin typeface="Mulish" pitchFamily="2" charset="0"/>
            </a:endParaRPr>
          </a:p>
        </p:txBody>
      </p:sp>
      <p:pic>
        <p:nvPicPr>
          <p:cNvPr id="32" name="Picture 3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212" y="2190326"/>
            <a:ext cx="734553" cy="734553"/>
          </a:xfrm>
          <a:prstGeom prst="rect">
            <a:avLst/>
          </a:prstGeom>
        </p:spPr>
      </p:pic>
      <p:sp>
        <p:nvSpPr>
          <p:cNvPr id="34" name="Rounded Rectangle 33"/>
          <p:cNvSpPr/>
          <p:nvPr/>
        </p:nvSpPr>
        <p:spPr>
          <a:xfrm>
            <a:off x="5092307" y="5156374"/>
            <a:ext cx="914400" cy="1019927"/>
          </a:xfrm>
          <a:prstGeom prst="roundRect">
            <a:avLst/>
          </a:prstGeom>
          <a:effectLst>
            <a:outerShdw blurRad="50800" dist="38100" dir="18900000" algn="b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b="1" dirty="0">
                <a:latin typeface="Mulish" pitchFamily="2" charset="0"/>
              </a:rPr>
              <a:t>NPCI</a:t>
            </a:r>
            <a:endParaRPr lang="en-IN" sz="1600" b="1" dirty="0">
              <a:latin typeface="Mulish" pitchFamily="2" charset="0"/>
            </a:endParaRPr>
          </a:p>
        </p:txBody>
      </p:sp>
      <p:sp>
        <p:nvSpPr>
          <p:cNvPr id="36" name="Rectangle 35"/>
          <p:cNvSpPr/>
          <p:nvPr/>
        </p:nvSpPr>
        <p:spPr>
          <a:xfrm>
            <a:off x="894349" y="4472846"/>
            <a:ext cx="1639077" cy="122318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300" b="1" dirty="0">
                <a:latin typeface="Mulish" pitchFamily="2" charset="0"/>
              </a:rPr>
              <a:t>Customer scans the QR using his PSP and Completes Payment</a:t>
            </a:r>
            <a:endParaRPr lang="en-IN" sz="1300" b="1" dirty="0">
              <a:latin typeface="Mulish" pitchFamily="2" charset="0"/>
            </a:endParaRPr>
          </a:p>
        </p:txBody>
      </p:sp>
      <p:cxnSp>
        <p:nvCxnSpPr>
          <p:cNvPr id="38" name="Straight Arrow Connector 37"/>
          <p:cNvCxnSpPr/>
          <p:nvPr/>
        </p:nvCxnSpPr>
        <p:spPr>
          <a:xfrm>
            <a:off x="2533426" y="5708080"/>
            <a:ext cx="2494186" cy="30164"/>
          </a:xfrm>
          <a:prstGeom prst="straightConnector1">
            <a:avLst/>
          </a:prstGeom>
          <a:ln>
            <a:solidFill>
              <a:schemeClr val="accent1"/>
            </a:solidFill>
            <a:tailEnd type="triangle"/>
          </a:ln>
        </p:spPr>
        <p:style>
          <a:lnRef idx="3">
            <a:schemeClr val="dk1"/>
          </a:lnRef>
          <a:fillRef idx="0">
            <a:schemeClr val="dk1"/>
          </a:fillRef>
          <a:effectRef idx="2">
            <a:schemeClr val="dk1"/>
          </a:effectRef>
          <a:fontRef idx="minor">
            <a:schemeClr val="tx1"/>
          </a:fontRef>
        </p:style>
      </p:cxnSp>
      <p:sp>
        <p:nvSpPr>
          <p:cNvPr id="40" name="Rectangle 39"/>
          <p:cNvSpPr/>
          <p:nvPr/>
        </p:nvSpPr>
        <p:spPr>
          <a:xfrm>
            <a:off x="2877121" y="5831136"/>
            <a:ext cx="1371600" cy="54110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Transaction Routed Via NPCI</a:t>
            </a:r>
            <a:endParaRPr lang="en-IN" sz="1200" b="1" dirty="0">
              <a:latin typeface="Mulish" pitchFamily="2" charset="0"/>
            </a:endParaRPr>
          </a:p>
        </p:txBody>
      </p:sp>
      <p:cxnSp>
        <p:nvCxnSpPr>
          <p:cNvPr id="58" name="Straight Connector 57"/>
          <p:cNvCxnSpPr>
            <a:stCxn id="34" idx="3"/>
          </p:cNvCxnSpPr>
          <p:nvPr/>
        </p:nvCxnSpPr>
        <p:spPr>
          <a:xfrm>
            <a:off x="6006707" y="5666338"/>
            <a:ext cx="4659699" cy="41742"/>
          </a:xfrm>
          <a:prstGeom prst="line">
            <a:avLst/>
          </a:prstGeom>
          <a:ln>
            <a:solidFill>
              <a:schemeClr val="accent1"/>
            </a:solidFill>
          </a:ln>
        </p:spPr>
        <p:style>
          <a:lnRef idx="3">
            <a:schemeClr val="dk1"/>
          </a:lnRef>
          <a:fillRef idx="0">
            <a:schemeClr val="dk1"/>
          </a:fillRef>
          <a:effectRef idx="2">
            <a:schemeClr val="dk1"/>
          </a:effectRef>
          <a:fontRef idx="minor">
            <a:schemeClr val="tx1"/>
          </a:fontRef>
        </p:style>
      </p:cxnSp>
      <p:cxnSp>
        <p:nvCxnSpPr>
          <p:cNvPr id="60" name="Straight Arrow Connector 59"/>
          <p:cNvCxnSpPr/>
          <p:nvPr/>
        </p:nvCxnSpPr>
        <p:spPr>
          <a:xfrm flipV="1">
            <a:off x="10666406" y="4706278"/>
            <a:ext cx="0" cy="1001802"/>
          </a:xfrm>
          <a:prstGeom prst="straightConnector1">
            <a:avLst/>
          </a:prstGeom>
          <a:ln>
            <a:solidFill>
              <a:schemeClr val="accent1"/>
            </a:solidFill>
            <a:tailEnd type="triangle"/>
          </a:ln>
        </p:spPr>
        <p:style>
          <a:lnRef idx="3">
            <a:schemeClr val="dk1"/>
          </a:lnRef>
          <a:fillRef idx="0">
            <a:schemeClr val="dk1"/>
          </a:fillRef>
          <a:effectRef idx="2">
            <a:schemeClr val="dk1"/>
          </a:effectRef>
          <a:fontRef idx="minor">
            <a:schemeClr val="tx1"/>
          </a:fontRef>
        </p:style>
      </p:cxnSp>
      <p:sp>
        <p:nvSpPr>
          <p:cNvPr id="63" name="Left Arrow 62"/>
          <p:cNvSpPr/>
          <p:nvPr/>
        </p:nvSpPr>
        <p:spPr>
          <a:xfrm>
            <a:off x="6094412" y="2795613"/>
            <a:ext cx="4085805" cy="435353"/>
          </a:xfrm>
          <a:prstGeom prst="leftArrow">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latin typeface="Mulish" pitchFamily="2" charset="0"/>
              </a:rPr>
              <a:t>Callback</a:t>
            </a:r>
            <a:endParaRPr lang="en-IN" sz="1600" b="1" dirty="0">
              <a:latin typeface="Mulish" pitchFamily="2" charset="0"/>
            </a:endParaRPr>
          </a:p>
        </p:txBody>
      </p:sp>
      <p:sp>
        <p:nvSpPr>
          <p:cNvPr id="64" name="Rectangle 63"/>
          <p:cNvSpPr/>
          <p:nvPr/>
        </p:nvSpPr>
        <p:spPr>
          <a:xfrm>
            <a:off x="6626821" y="1910094"/>
            <a:ext cx="3379597" cy="73384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lvl="0" fontAlgn="base"/>
            <a:r>
              <a:rPr lang="en-IN" sz="1400" b="1" dirty="0">
                <a:latin typeface="Mulish" pitchFamily="2" charset="0"/>
              </a:rPr>
              <a:t>Instant response to merchant stating Transaction Status on their </a:t>
            </a:r>
            <a:r>
              <a:rPr lang="en-IN" sz="1400" b="1" dirty="0" err="1">
                <a:latin typeface="Mulish" pitchFamily="2" charset="0"/>
              </a:rPr>
              <a:t>callback</a:t>
            </a:r>
            <a:r>
              <a:rPr lang="en-IN" sz="1400" b="1" dirty="0">
                <a:latin typeface="Mulish" pitchFamily="2" charset="0"/>
              </a:rPr>
              <a:t> URL.      </a:t>
            </a:r>
          </a:p>
        </p:txBody>
      </p:sp>
      <p:sp>
        <p:nvSpPr>
          <p:cNvPr id="66" name="TextBox 65"/>
          <p:cNvSpPr txBox="1"/>
          <p:nvPr/>
        </p:nvSpPr>
        <p:spPr>
          <a:xfrm>
            <a:off x="7716598" y="3354023"/>
            <a:ext cx="1752600" cy="307777"/>
          </a:xfrm>
          <a:prstGeom prst="rect">
            <a:avLst/>
          </a:prstGeom>
          <a:noFill/>
        </p:spPr>
        <p:txBody>
          <a:bodyPr wrap="square" rtlCol="0">
            <a:spAutoFit/>
          </a:bodyPr>
          <a:lstStyle/>
          <a:p>
            <a:r>
              <a:rPr lang="en-US" sz="1400" b="1" u="sng" dirty="0">
                <a:latin typeface="Mulish" pitchFamily="2" charset="0"/>
              </a:rPr>
              <a:t>Encrypted</a:t>
            </a:r>
            <a:endParaRPr lang="en-IN" sz="1400" b="1" u="sng" dirty="0">
              <a:latin typeface="Mulish" pitchFamily="2" charset="0"/>
            </a:endParaRPr>
          </a:p>
        </p:txBody>
      </p:sp>
      <p:sp>
        <p:nvSpPr>
          <p:cNvPr id="35" name="Rectangle 34"/>
          <p:cNvSpPr/>
          <p:nvPr/>
        </p:nvSpPr>
        <p:spPr>
          <a:xfrm>
            <a:off x="7716598" y="5831137"/>
            <a:ext cx="1371600" cy="54110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latin typeface="Mulish" pitchFamily="2" charset="0"/>
              </a:rPr>
              <a:t>Transaction Routed Via NPCI</a:t>
            </a:r>
            <a:endParaRPr lang="en-IN" sz="1200" b="1" dirty="0">
              <a:latin typeface="Mulish" pitchFamily="2" charset="0"/>
            </a:endParaRPr>
          </a:p>
        </p:txBody>
      </p:sp>
      <p:cxnSp>
        <p:nvCxnSpPr>
          <p:cNvPr id="10" name="Straight Arrow Connector 9"/>
          <p:cNvCxnSpPr>
            <a:stCxn id="32" idx="2"/>
          </p:cNvCxnSpPr>
          <p:nvPr/>
        </p:nvCxnSpPr>
        <p:spPr>
          <a:xfrm flipH="1">
            <a:off x="1813488" y="2924879"/>
            <a:ext cx="1" cy="146463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18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203205" y="237073"/>
            <a:ext cx="11684000" cy="601127"/>
          </a:xfrm>
        </p:spPr>
        <p:txBody>
          <a:bodyPr/>
          <a:lstStyle/>
          <a:p>
            <a:r>
              <a:rPr lang="en-US" dirty="0"/>
              <a:t>STATIC QR API</a:t>
            </a:r>
          </a:p>
        </p:txBody>
      </p:sp>
      <p:sp>
        <p:nvSpPr>
          <p:cNvPr id="9" name="Slide Number Placeholder 8"/>
          <p:cNvSpPr>
            <a:spLocks noGrp="1"/>
          </p:cNvSpPr>
          <p:nvPr>
            <p:ph type="sldNum" sz="quarter" idx="4"/>
          </p:nvPr>
        </p:nvSpPr>
        <p:spPr/>
        <p:txBody>
          <a:bodyPr/>
          <a:lstStyle/>
          <a:p>
            <a:fld id="{050E451D-5525-4539-B07D-AF98FB2E324F}" type="slidenum">
              <a:rPr lang="en-US" smtClean="0">
                <a:solidFill>
                  <a:srgbClr val="1F497D"/>
                </a:solidFill>
              </a:rPr>
              <a:pPr/>
              <a:t>8</a:t>
            </a:fld>
            <a:endParaRPr lang="en-US" dirty="0">
              <a:solidFill>
                <a:srgbClr val="1F497D"/>
              </a:solidFill>
            </a:endParaRPr>
          </a:p>
        </p:txBody>
      </p:sp>
      <p:sp>
        <p:nvSpPr>
          <p:cNvPr id="10" name="Text Placeholder 4"/>
          <p:cNvSpPr>
            <a:spLocks noGrp="1"/>
          </p:cNvSpPr>
          <p:nvPr>
            <p:ph type="body" sz="quarter" idx="17"/>
          </p:nvPr>
        </p:nvSpPr>
        <p:spPr>
          <a:xfrm>
            <a:off x="379412" y="914400"/>
            <a:ext cx="5638800" cy="4953000"/>
          </a:xfrm>
          <a:ln w="28575">
            <a:solidFill>
              <a:schemeClr val="accent1"/>
            </a:solidFill>
          </a:ln>
        </p:spPr>
        <p:txBody>
          <a:bodyPr/>
          <a:lstStyle/>
          <a:p>
            <a:pPr marL="0" indent="0">
              <a:buNone/>
            </a:pPr>
            <a:endParaRPr lang="en-US" sz="1400" dirty="0">
              <a:solidFill>
                <a:schemeClr val="tx1"/>
              </a:solidFill>
              <a:latin typeface="Mulish SemiBold" pitchFamily="2" charset="0"/>
            </a:endParaRPr>
          </a:p>
          <a:p>
            <a:pPr marL="0" indent="0">
              <a:buNone/>
            </a:pPr>
            <a:r>
              <a:rPr lang="en-US" sz="1400" dirty="0">
                <a:solidFill>
                  <a:schemeClr val="tx1"/>
                </a:solidFill>
                <a:latin typeface="Mulish SemiBold" pitchFamily="2" charset="0"/>
              </a:rPr>
              <a:t>Static QR code can be generated online using following string - </a:t>
            </a:r>
          </a:p>
          <a:p>
            <a:pPr marL="0" indent="0">
              <a:buNone/>
            </a:pPr>
            <a:endParaRPr lang="en-US" sz="1400" dirty="0">
              <a:solidFill>
                <a:schemeClr val="tx1"/>
              </a:solidFill>
              <a:latin typeface="Mulish SemiBold" pitchFamily="2" charset="0"/>
            </a:endParaRPr>
          </a:p>
          <a:p>
            <a:pPr marL="0" indent="0">
              <a:buNone/>
            </a:pPr>
            <a:endParaRPr lang="en-US" sz="1400" dirty="0">
              <a:solidFill>
                <a:schemeClr val="tx1"/>
              </a:solidFill>
              <a:latin typeface="Mulish SemiBold" pitchFamily="2" charset="0"/>
            </a:endParaRPr>
          </a:p>
          <a:p>
            <a:pPr marL="0" indent="0">
              <a:buNone/>
            </a:pPr>
            <a:r>
              <a:rPr lang="en-US" sz="1400" dirty="0">
                <a:solidFill>
                  <a:schemeClr val="tx1"/>
                </a:solidFill>
              </a:rPr>
              <a:t>upi://pay?pa=&lt;merchant VPA&gt;&amp;</a:t>
            </a:r>
            <a:r>
              <a:rPr lang="en-US" sz="1400" dirty="0" err="1">
                <a:solidFill>
                  <a:schemeClr val="tx1"/>
                </a:solidFill>
              </a:rPr>
              <a:t>pn</a:t>
            </a:r>
            <a:r>
              <a:rPr lang="en-US" sz="1400" dirty="0">
                <a:solidFill>
                  <a:schemeClr val="tx1"/>
                </a:solidFill>
              </a:rPr>
              <a:t>=&lt;merchant name&gt;&amp;</a:t>
            </a:r>
            <a:r>
              <a:rPr lang="en-US" sz="1400" dirty="0" err="1">
                <a:solidFill>
                  <a:schemeClr val="tx1"/>
                </a:solidFill>
              </a:rPr>
              <a:t>tr</a:t>
            </a:r>
            <a:r>
              <a:rPr lang="en-US" sz="1400" dirty="0">
                <a:solidFill>
                  <a:schemeClr val="tx1"/>
                </a:solidFill>
              </a:rPr>
              <a:t>=&lt;</a:t>
            </a:r>
            <a:r>
              <a:rPr lang="en-US" sz="1400" dirty="0" err="1">
                <a:solidFill>
                  <a:schemeClr val="tx1"/>
                </a:solidFill>
              </a:rPr>
              <a:t>Refid</a:t>
            </a:r>
            <a:r>
              <a:rPr lang="en-US" sz="1400" dirty="0">
                <a:solidFill>
                  <a:schemeClr val="tx1"/>
                </a:solidFill>
              </a:rPr>
              <a:t>&gt;&amp;am=&lt;amount&gt;&amp;cu=</a:t>
            </a:r>
            <a:r>
              <a:rPr lang="en-US" sz="1400" dirty="0" err="1">
                <a:solidFill>
                  <a:schemeClr val="tx1"/>
                </a:solidFill>
              </a:rPr>
              <a:t>INR&amp;mc</a:t>
            </a:r>
            <a:r>
              <a:rPr lang="en-US" sz="1400" dirty="0">
                <a:solidFill>
                  <a:schemeClr val="tx1"/>
                </a:solidFill>
              </a:rPr>
              <a:t>=&lt;MCC code&gt;</a:t>
            </a:r>
          </a:p>
          <a:p>
            <a:pPr marL="0" indent="0">
              <a:buNone/>
            </a:pPr>
            <a:endParaRPr lang="en-US" sz="1400" dirty="0">
              <a:solidFill>
                <a:schemeClr val="tx1"/>
              </a:solidFill>
            </a:endParaRPr>
          </a:p>
          <a:p>
            <a:pPr marL="0" indent="0">
              <a:buNone/>
            </a:pPr>
            <a:endParaRPr lang="en-US" sz="1400" dirty="0">
              <a:solidFill>
                <a:schemeClr val="tx1"/>
              </a:solidFill>
            </a:endParaRPr>
          </a:p>
          <a:p>
            <a:pPr marL="0" indent="0">
              <a:buNone/>
            </a:pPr>
            <a:r>
              <a:rPr lang="en-IN" sz="1400" dirty="0">
                <a:solidFill>
                  <a:schemeClr val="tx1"/>
                </a:solidFill>
              </a:rPr>
              <a:t>i.e. </a:t>
            </a:r>
          </a:p>
          <a:p>
            <a:pPr marL="0" indent="0">
              <a:buNone/>
            </a:pPr>
            <a:endParaRPr lang="en-IN" sz="1400" dirty="0">
              <a:solidFill>
                <a:schemeClr val="tx1"/>
              </a:solidFill>
            </a:endParaRPr>
          </a:p>
          <a:p>
            <a:pPr marL="0" indent="0">
              <a:buNone/>
            </a:pPr>
            <a:r>
              <a:rPr lang="en-IN" sz="1400" dirty="0">
                <a:solidFill>
                  <a:schemeClr val="tx1"/>
                </a:solidFill>
              </a:rPr>
              <a:t>upi://pay?pa=</a:t>
            </a:r>
            <a:r>
              <a:rPr lang="en-IN" sz="1400" b="1" dirty="0">
                <a:solidFill>
                  <a:schemeClr val="tx1"/>
                </a:solidFill>
              </a:rPr>
              <a:t>ambani108@icici</a:t>
            </a:r>
            <a:r>
              <a:rPr lang="en-IN" sz="1400" dirty="0">
                <a:solidFill>
                  <a:schemeClr val="tx1"/>
                </a:solidFill>
              </a:rPr>
              <a:t>&amp;pn=</a:t>
            </a:r>
            <a:r>
              <a:rPr lang="en-IN" sz="1400" b="1" dirty="0">
                <a:solidFill>
                  <a:schemeClr val="tx1"/>
                </a:solidFill>
              </a:rPr>
              <a:t>adanipvtltd</a:t>
            </a:r>
            <a:r>
              <a:rPr lang="en-IN" sz="1400" dirty="0">
                <a:solidFill>
                  <a:schemeClr val="tx1"/>
                </a:solidFill>
              </a:rPr>
              <a:t>&amp;tr=</a:t>
            </a:r>
            <a:r>
              <a:rPr lang="en-IN" sz="1400" b="1" dirty="0">
                <a:solidFill>
                  <a:schemeClr val="tx1"/>
                </a:solidFill>
              </a:rPr>
              <a:t>MNOreg123</a:t>
            </a:r>
            <a:r>
              <a:rPr lang="en-IN" sz="1400" dirty="0">
                <a:solidFill>
                  <a:schemeClr val="tx1"/>
                </a:solidFill>
              </a:rPr>
              <a:t>&amp;am=&amp;cu=</a:t>
            </a:r>
            <a:r>
              <a:rPr lang="en-IN" sz="1400" b="1" dirty="0">
                <a:solidFill>
                  <a:schemeClr val="tx1"/>
                </a:solidFill>
              </a:rPr>
              <a:t>INR</a:t>
            </a:r>
            <a:r>
              <a:rPr lang="en-IN" sz="1400" dirty="0">
                <a:solidFill>
                  <a:schemeClr val="tx1"/>
                </a:solidFill>
              </a:rPr>
              <a:t>&amp;mc=</a:t>
            </a:r>
            <a:r>
              <a:rPr lang="en-IN" sz="1400" b="1" dirty="0">
                <a:solidFill>
                  <a:schemeClr val="tx1"/>
                </a:solidFill>
              </a:rPr>
              <a:t>5411</a:t>
            </a:r>
            <a:endParaRPr lang="en-US" sz="2800" dirty="0">
              <a:solidFill>
                <a:schemeClr val="tx1"/>
              </a:solidFill>
            </a:endParaRPr>
          </a:p>
          <a:p>
            <a:pPr marL="0" indent="0">
              <a:buNone/>
            </a:pPr>
            <a:endParaRPr lang="en-US" sz="2800" dirty="0">
              <a:solidFill>
                <a:schemeClr val="tx1"/>
              </a:solidFill>
            </a:endParaRPr>
          </a:p>
          <a:p>
            <a:pPr marL="0" indent="0">
              <a:buNone/>
            </a:pPr>
            <a:r>
              <a:rPr lang="en-US" sz="1400" dirty="0">
                <a:solidFill>
                  <a:schemeClr val="tx1"/>
                </a:solidFill>
                <a:latin typeface="Mulish SemiBold" pitchFamily="2" charset="0"/>
              </a:rPr>
              <a:t>By Using 3 Letter Prefix, that bank will configure for Merchant.</a:t>
            </a:r>
          </a:p>
          <a:p>
            <a:pPr marL="0" indent="0">
              <a:buNone/>
            </a:pPr>
            <a:r>
              <a:rPr lang="en-US" sz="1400" dirty="0">
                <a:solidFill>
                  <a:schemeClr val="tx1"/>
                </a:solidFill>
                <a:latin typeface="Mulish SemiBold" pitchFamily="2" charset="0"/>
              </a:rPr>
              <a:t>In this case, for UAT - we are taking GTZ as prefix.	</a:t>
            </a:r>
          </a:p>
          <a:p>
            <a:pPr marL="0" indent="0">
              <a:buNone/>
            </a:pPr>
            <a:r>
              <a:rPr lang="en-US" sz="1400" dirty="0">
                <a:solidFill>
                  <a:schemeClr val="tx1"/>
                </a:solidFill>
                <a:latin typeface="Mulish SemiBold" pitchFamily="2" charset="0"/>
              </a:rPr>
              <a:t>For Prod - we are taking MNO as prefix.</a:t>
            </a:r>
          </a:p>
          <a:p>
            <a:pPr marL="0" indent="0">
              <a:buNone/>
            </a:pPr>
            <a:endParaRPr lang="en-US" sz="1400" dirty="0">
              <a:solidFill>
                <a:schemeClr val="tx1"/>
              </a:solidFill>
              <a:latin typeface="Mulish SemiBold" pitchFamily="2" charset="0"/>
            </a:endParaRPr>
          </a:p>
        </p:txBody>
      </p:sp>
      <p:sp>
        <p:nvSpPr>
          <p:cNvPr id="11" name="Text Placeholder 4"/>
          <p:cNvSpPr>
            <a:spLocks noGrp="1"/>
          </p:cNvSpPr>
          <p:nvPr>
            <p:ph type="body" sz="quarter" idx="17"/>
          </p:nvPr>
        </p:nvSpPr>
        <p:spPr>
          <a:xfrm>
            <a:off x="6627812" y="914400"/>
            <a:ext cx="5029200" cy="4953000"/>
          </a:xfrm>
          <a:ln w="28575">
            <a:solidFill>
              <a:schemeClr val="accent1"/>
            </a:solidFill>
          </a:ln>
        </p:spPr>
        <p:txBody>
          <a:bodyPr/>
          <a:lstStyle/>
          <a:p>
            <a:pPr marL="0" indent="0">
              <a:buNone/>
            </a:pPr>
            <a:endParaRPr lang="en-US" sz="1400" dirty="0">
              <a:solidFill>
                <a:schemeClr val="tx1"/>
              </a:solidFill>
              <a:latin typeface="Mulish SemiBold" pitchFamily="2" charset="0"/>
            </a:endParaRPr>
          </a:p>
          <a:p>
            <a:pPr marL="0" indent="0">
              <a:buNone/>
            </a:pPr>
            <a:r>
              <a:rPr lang="en-US" sz="1800" dirty="0">
                <a:solidFill>
                  <a:schemeClr val="tx1"/>
                </a:solidFill>
              </a:rPr>
              <a:t>Callback response:</a:t>
            </a:r>
          </a:p>
          <a:p>
            <a:pPr marL="0" indent="0">
              <a:buNone/>
            </a:pPr>
            <a:r>
              <a:rPr lang="en-US" sz="1400" dirty="0">
                <a:solidFill>
                  <a:schemeClr val="tx1"/>
                </a:solidFill>
              </a:rPr>
              <a:t> </a:t>
            </a:r>
          </a:p>
          <a:p>
            <a:r>
              <a:rPr lang="en-US" sz="1400" dirty="0">
                <a:solidFill>
                  <a:schemeClr val="tx1"/>
                </a:solidFill>
              </a:rPr>
              <a:t>{</a:t>
            </a:r>
          </a:p>
          <a:p>
            <a:r>
              <a:rPr lang="en-US" sz="1400" dirty="0">
                <a:solidFill>
                  <a:schemeClr val="tx1"/>
                </a:solidFill>
              </a:rPr>
              <a:t>"</a:t>
            </a:r>
            <a:r>
              <a:rPr lang="en-US" sz="1400" dirty="0" err="1">
                <a:solidFill>
                  <a:schemeClr val="tx1"/>
                </a:solidFill>
              </a:rPr>
              <a:t>merchantId</a:t>
            </a:r>
            <a:r>
              <a:rPr lang="en-US" sz="1400" dirty="0">
                <a:solidFill>
                  <a:schemeClr val="tx1"/>
                </a:solidFill>
              </a:rPr>
              <a:t>" : "400919",</a:t>
            </a:r>
          </a:p>
          <a:p>
            <a:r>
              <a:rPr lang="en-US" sz="1400" dirty="0">
                <a:solidFill>
                  <a:schemeClr val="tx1"/>
                </a:solidFill>
              </a:rPr>
              <a:t>"</a:t>
            </a:r>
            <a:r>
              <a:rPr lang="en-US" sz="1400" dirty="0" err="1">
                <a:solidFill>
                  <a:schemeClr val="tx1"/>
                </a:solidFill>
              </a:rPr>
              <a:t>subMerchantId</a:t>
            </a:r>
            <a:r>
              <a:rPr lang="en-US" sz="1400" dirty="0">
                <a:solidFill>
                  <a:schemeClr val="tx1"/>
                </a:solidFill>
              </a:rPr>
              <a:t>" : "12234",</a:t>
            </a:r>
          </a:p>
          <a:p>
            <a:r>
              <a:rPr lang="en-US" sz="1400" dirty="0">
                <a:solidFill>
                  <a:schemeClr val="tx1"/>
                </a:solidFill>
              </a:rPr>
              <a:t>"</a:t>
            </a:r>
            <a:r>
              <a:rPr lang="en-US" sz="1400" dirty="0" err="1">
                <a:solidFill>
                  <a:schemeClr val="tx1"/>
                </a:solidFill>
              </a:rPr>
              <a:t>terminalId</a:t>
            </a:r>
            <a:r>
              <a:rPr lang="en-US" sz="1400" dirty="0">
                <a:solidFill>
                  <a:schemeClr val="tx1"/>
                </a:solidFill>
              </a:rPr>
              <a:t>" : "5411",</a:t>
            </a:r>
          </a:p>
          <a:p>
            <a:r>
              <a:rPr lang="en-US" sz="1400" dirty="0">
                <a:solidFill>
                  <a:schemeClr val="tx1"/>
                </a:solidFill>
              </a:rPr>
              <a:t>"</a:t>
            </a:r>
            <a:r>
              <a:rPr lang="en-US" sz="1400" dirty="0" err="1">
                <a:solidFill>
                  <a:schemeClr val="tx1"/>
                </a:solidFill>
              </a:rPr>
              <a:t>BankRRN</a:t>
            </a:r>
            <a:r>
              <a:rPr lang="en-US" sz="1400" dirty="0">
                <a:solidFill>
                  <a:schemeClr val="tx1"/>
                </a:solidFill>
              </a:rPr>
              <a:t>" : "615519221396",</a:t>
            </a:r>
          </a:p>
          <a:p>
            <a:r>
              <a:rPr lang="en-US" sz="1400" dirty="0">
                <a:solidFill>
                  <a:schemeClr val="tx1"/>
                </a:solidFill>
              </a:rPr>
              <a:t>"</a:t>
            </a:r>
            <a:r>
              <a:rPr lang="en-US" sz="1400" dirty="0" err="1">
                <a:solidFill>
                  <a:schemeClr val="tx1"/>
                </a:solidFill>
              </a:rPr>
              <a:t>merchantTranId</a:t>
            </a:r>
            <a:r>
              <a:rPr lang="en-US" sz="1400" dirty="0">
                <a:solidFill>
                  <a:schemeClr val="tx1"/>
                </a:solidFill>
              </a:rPr>
              <a:t>" : " reg123",</a:t>
            </a:r>
          </a:p>
          <a:p>
            <a:r>
              <a:rPr lang="en-US" sz="1400" dirty="0">
                <a:solidFill>
                  <a:schemeClr val="tx1"/>
                </a:solidFill>
              </a:rPr>
              <a:t>"</a:t>
            </a:r>
            <a:r>
              <a:rPr lang="en-US" sz="1400" dirty="0" err="1">
                <a:solidFill>
                  <a:schemeClr val="tx1"/>
                </a:solidFill>
              </a:rPr>
              <a:t>PayerName</a:t>
            </a:r>
            <a:r>
              <a:rPr lang="en-US" sz="1400" dirty="0">
                <a:solidFill>
                  <a:schemeClr val="tx1"/>
                </a:solidFill>
              </a:rPr>
              <a:t>" : "</a:t>
            </a:r>
            <a:r>
              <a:rPr lang="en-US" sz="1400" dirty="0" err="1">
                <a:solidFill>
                  <a:schemeClr val="tx1"/>
                </a:solidFill>
              </a:rPr>
              <a:t>hhjjj</a:t>
            </a:r>
            <a:r>
              <a:rPr lang="en-US" sz="1400" dirty="0">
                <a:solidFill>
                  <a:schemeClr val="tx1"/>
                </a:solidFill>
              </a:rPr>
              <a:t>",</a:t>
            </a:r>
          </a:p>
          <a:p>
            <a:r>
              <a:rPr lang="en-US" sz="1400" dirty="0">
                <a:solidFill>
                  <a:schemeClr val="tx1"/>
                </a:solidFill>
              </a:rPr>
              <a:t>"</a:t>
            </a:r>
            <a:r>
              <a:rPr lang="en-US" sz="1400" dirty="0" err="1">
                <a:solidFill>
                  <a:schemeClr val="tx1"/>
                </a:solidFill>
              </a:rPr>
              <a:t>PayerMobile</a:t>
            </a:r>
            <a:r>
              <a:rPr lang="en-US" sz="1400" dirty="0">
                <a:solidFill>
                  <a:schemeClr val="tx1"/>
                </a:solidFill>
              </a:rPr>
              <a:t>" : "000000000",</a:t>
            </a:r>
          </a:p>
          <a:p>
            <a:r>
              <a:rPr lang="en-US" sz="1400" dirty="0">
                <a:solidFill>
                  <a:schemeClr val="tx1"/>
                </a:solidFill>
              </a:rPr>
              <a:t>"</a:t>
            </a:r>
            <a:r>
              <a:rPr lang="en-US" sz="1400" dirty="0" err="1">
                <a:solidFill>
                  <a:schemeClr val="tx1"/>
                </a:solidFill>
              </a:rPr>
              <a:t>PayerVA</a:t>
            </a:r>
            <a:r>
              <a:rPr lang="en-US" sz="1400" dirty="0">
                <a:solidFill>
                  <a:schemeClr val="tx1"/>
                </a:solidFill>
              </a:rPr>
              <a:t>" : "testing1@imobile",</a:t>
            </a:r>
          </a:p>
          <a:p>
            <a:r>
              <a:rPr lang="en-US" sz="1400" dirty="0">
                <a:solidFill>
                  <a:schemeClr val="tx1"/>
                </a:solidFill>
              </a:rPr>
              <a:t>"</a:t>
            </a:r>
            <a:r>
              <a:rPr lang="en-US" sz="1400" dirty="0" err="1">
                <a:solidFill>
                  <a:schemeClr val="tx1"/>
                </a:solidFill>
              </a:rPr>
              <a:t>PayerAmount</a:t>
            </a:r>
            <a:r>
              <a:rPr lang="en-US" sz="1400" dirty="0">
                <a:solidFill>
                  <a:schemeClr val="tx1"/>
                </a:solidFill>
              </a:rPr>
              <a:t>" : "12",</a:t>
            </a:r>
          </a:p>
          <a:p>
            <a:r>
              <a:rPr lang="en-US" sz="1400" dirty="0">
                <a:solidFill>
                  <a:schemeClr val="tx1"/>
                </a:solidFill>
              </a:rPr>
              <a:t>"</a:t>
            </a:r>
            <a:r>
              <a:rPr lang="en-US" sz="1400" dirty="0" err="1">
                <a:solidFill>
                  <a:schemeClr val="tx1"/>
                </a:solidFill>
              </a:rPr>
              <a:t>TxnStatus</a:t>
            </a:r>
            <a:r>
              <a:rPr lang="en-US" sz="1400" dirty="0">
                <a:solidFill>
                  <a:schemeClr val="tx1"/>
                </a:solidFill>
              </a:rPr>
              <a:t>" : "SUCCESS",</a:t>
            </a:r>
          </a:p>
          <a:p>
            <a:r>
              <a:rPr lang="en-US" sz="1400" dirty="0">
                <a:solidFill>
                  <a:schemeClr val="tx1"/>
                </a:solidFill>
              </a:rPr>
              <a:t>"</a:t>
            </a:r>
            <a:r>
              <a:rPr lang="en-US" sz="1400" dirty="0" err="1">
                <a:solidFill>
                  <a:schemeClr val="tx1"/>
                </a:solidFill>
              </a:rPr>
              <a:t>TxnInitDate</a:t>
            </a:r>
            <a:r>
              <a:rPr lang="en-US" sz="1400" dirty="0">
                <a:solidFill>
                  <a:schemeClr val="tx1"/>
                </a:solidFill>
              </a:rPr>
              <a:t>" : "20160715142352",</a:t>
            </a:r>
          </a:p>
          <a:p>
            <a:r>
              <a:rPr lang="en-US" sz="1400" dirty="0">
                <a:solidFill>
                  <a:schemeClr val="tx1"/>
                </a:solidFill>
              </a:rPr>
              <a:t>"</a:t>
            </a:r>
            <a:r>
              <a:rPr lang="en-US" sz="1400" dirty="0" err="1">
                <a:solidFill>
                  <a:schemeClr val="tx1"/>
                </a:solidFill>
              </a:rPr>
              <a:t>TxnCompletionDate</a:t>
            </a:r>
            <a:r>
              <a:rPr lang="en-US" sz="1400" dirty="0">
                <a:solidFill>
                  <a:schemeClr val="tx1"/>
                </a:solidFill>
              </a:rPr>
              <a:t>" : "20160715142352"</a:t>
            </a:r>
          </a:p>
          <a:p>
            <a:r>
              <a:rPr lang="en-US" sz="1400" dirty="0">
                <a:solidFill>
                  <a:schemeClr val="tx1"/>
                </a:solidFill>
              </a:rPr>
              <a:t>}</a:t>
            </a:r>
          </a:p>
          <a:p>
            <a:pPr marL="0" indent="0">
              <a:buNone/>
            </a:pPr>
            <a:endParaRPr lang="en-US" sz="1400" dirty="0">
              <a:solidFill>
                <a:schemeClr val="tx1"/>
              </a:solidFill>
              <a:latin typeface="Mulish SemiBold" pitchFamily="2" charset="0"/>
            </a:endParaRPr>
          </a:p>
        </p:txBody>
      </p:sp>
    </p:spTree>
    <p:extLst>
      <p:ext uri="{BB962C8B-B14F-4D97-AF65-F5344CB8AC3E}">
        <p14:creationId xmlns:p14="http://schemas.microsoft.com/office/powerpoint/2010/main" val="2776262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1400" dirty="0"/>
              <a:t>Merchant has a Static QR Code pasted on their shop. The QR Code has the UPI VPA of the merchant embedded in it, which is used to make a payment to the merchant. Customer here, has to manually enter the payment amount before the PIN. </a:t>
            </a:r>
          </a:p>
          <a:p>
            <a:endParaRPr lang="en-US" sz="1400" dirty="0"/>
          </a:p>
        </p:txBody>
      </p:sp>
      <p:sp>
        <p:nvSpPr>
          <p:cNvPr id="9" name="Slide Number Placeholder 8"/>
          <p:cNvSpPr>
            <a:spLocks noGrp="1"/>
          </p:cNvSpPr>
          <p:nvPr>
            <p:ph type="sldNum" sz="quarter" idx="4"/>
          </p:nvPr>
        </p:nvSpPr>
        <p:spPr/>
        <p:txBody>
          <a:bodyPr/>
          <a:lstStyle/>
          <a:p>
            <a:fld id="{050E451D-5525-4539-B07D-AF98FB2E324F}" type="slidenum">
              <a:rPr lang="en-US" smtClean="0">
                <a:solidFill>
                  <a:srgbClr val="1F497D"/>
                </a:solidFill>
              </a:rPr>
              <a:pPr/>
              <a:t>9</a:t>
            </a:fld>
            <a:endParaRPr lang="en-US" dirty="0">
              <a:solidFill>
                <a:srgbClr val="1F497D"/>
              </a:solidFill>
            </a:endParaRPr>
          </a:p>
        </p:txBody>
      </p:sp>
      <p:grpSp>
        <p:nvGrpSpPr>
          <p:cNvPr id="10" name="Group 9"/>
          <p:cNvGrpSpPr/>
          <p:nvPr/>
        </p:nvGrpSpPr>
        <p:grpSpPr>
          <a:xfrm>
            <a:off x="-6207" y="1066800"/>
            <a:ext cx="12195032" cy="4953000"/>
            <a:chOff x="0" y="0"/>
            <a:chExt cx="12069721" cy="5173490"/>
          </a:xfrm>
        </p:grpSpPr>
        <p:pic>
          <p:nvPicPr>
            <p:cNvPr id="11" name="Picture 10" descr="24743439324903529632038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75072" y="0"/>
              <a:ext cx="2632500" cy="46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0314" y="0"/>
              <a:ext cx="2632500" cy="4680000"/>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96821" y="0"/>
              <a:ext cx="2632500" cy="4680000"/>
            </a:xfrm>
            <a:prstGeom prst="rect">
              <a:avLst/>
            </a:prstGeom>
          </p:spPr>
        </p:pic>
        <p:pic>
          <p:nvPicPr>
            <p:cNvPr id="14" name="Picture 13"/>
            <p:cNvPicPr>
              <a:picLocks noChangeAspect="1"/>
            </p:cNvPicPr>
            <p:nvPr/>
          </p:nvPicPr>
          <p:blipFill>
            <a:blip r:embed="rId5"/>
            <a:stretch>
              <a:fillRect/>
            </a:stretch>
          </p:blipFill>
          <p:spPr>
            <a:xfrm>
              <a:off x="198351" y="0"/>
              <a:ext cx="2766212" cy="3471596"/>
            </a:xfrm>
            <a:prstGeom prst="rect">
              <a:avLst/>
            </a:prstGeom>
          </p:spPr>
        </p:pic>
        <p:sp>
          <p:nvSpPr>
            <p:cNvPr id="15" name="TextBox 11"/>
            <p:cNvSpPr txBox="1">
              <a:spLocks noChangeArrowheads="1"/>
            </p:cNvSpPr>
            <p:nvPr/>
          </p:nvSpPr>
          <p:spPr bwMode="auto">
            <a:xfrm>
              <a:off x="0" y="4679464"/>
              <a:ext cx="2948940" cy="47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07000"/>
                </a:lnSpc>
                <a:spcAft>
                  <a:spcPts val="0"/>
                </a:spcAft>
              </a:pPr>
              <a:r>
                <a:rPr lang="en-US" sz="1100" kern="1200">
                  <a:solidFill>
                    <a:srgbClr val="972917"/>
                  </a:solidFill>
                  <a:effectLst/>
                  <a:latin typeface="Open Sans" panose="020B0606030504020204" pitchFamily="34" charset="0"/>
                  <a:ea typeface="Open Sans" panose="020B0606030504020204" pitchFamily="34" charset="0"/>
                  <a:cs typeface="Times New Roman" panose="02020603050405020304" pitchFamily="18" charset="0"/>
                </a:rPr>
                <a:t>Customer scans the QR code at merchant location</a:t>
              </a:r>
              <a:endParaRPr lang="en-US" sz="1100">
                <a:effectLst/>
                <a:latin typeface="Tw Cen MT"/>
                <a:ea typeface="Times New Roman" panose="02020603050405020304" pitchFamily="18" charset="0"/>
                <a:cs typeface="Times New Roman" panose="02020603050405020304" pitchFamily="18" charset="0"/>
              </a:endParaRPr>
            </a:p>
          </p:txBody>
        </p:sp>
        <p:sp>
          <p:nvSpPr>
            <p:cNvPr id="16" name="TextBox 12"/>
            <p:cNvSpPr txBox="1">
              <a:spLocks noChangeArrowheads="1"/>
            </p:cNvSpPr>
            <p:nvPr/>
          </p:nvSpPr>
          <p:spPr bwMode="auto">
            <a:xfrm>
              <a:off x="3064056" y="4701635"/>
              <a:ext cx="2948940" cy="47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gn="ctr">
                <a:lnSpc>
                  <a:spcPct val="107000"/>
                </a:lnSpc>
                <a:spcAft>
                  <a:spcPts val="0"/>
                </a:spcAft>
              </a:pPr>
              <a:r>
                <a:rPr lang="en-US" sz="1100" kern="1200">
                  <a:solidFill>
                    <a:srgbClr val="972917"/>
                  </a:solidFill>
                  <a:effectLst/>
                  <a:latin typeface="Open Sans" panose="020B0606030504020204" pitchFamily="34" charset="0"/>
                  <a:ea typeface="Open Sans" panose="020B0606030504020204" pitchFamily="34" charset="0"/>
                  <a:cs typeface="Times New Roman" panose="02020603050405020304" pitchFamily="18" charset="0"/>
                </a:rPr>
                <a:t>UPI app prompts the user to enter the amount</a:t>
              </a:r>
              <a:endParaRPr lang="en-US" sz="1100">
                <a:effectLst/>
                <a:latin typeface="Tw Cen MT"/>
                <a:ea typeface="Times New Roman" panose="02020603050405020304" pitchFamily="18" charset="0"/>
                <a:cs typeface="Times New Roman" panose="02020603050405020304" pitchFamily="18" charset="0"/>
              </a:endParaRPr>
            </a:p>
          </p:txBody>
        </p:sp>
        <p:sp>
          <p:nvSpPr>
            <p:cNvPr id="17" name="TextBox 13"/>
            <p:cNvSpPr txBox="1">
              <a:spLocks noChangeArrowheads="1"/>
            </p:cNvSpPr>
            <p:nvPr/>
          </p:nvSpPr>
          <p:spPr bwMode="auto">
            <a:xfrm>
              <a:off x="5987183" y="4701685"/>
              <a:ext cx="2948305" cy="47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gn="ctr">
                <a:lnSpc>
                  <a:spcPct val="107000"/>
                </a:lnSpc>
                <a:spcAft>
                  <a:spcPts val="0"/>
                </a:spcAft>
              </a:pPr>
              <a:r>
                <a:rPr lang="en-US" sz="1100" kern="1200">
                  <a:solidFill>
                    <a:srgbClr val="972917"/>
                  </a:solidFill>
                  <a:effectLst/>
                  <a:latin typeface="Open Sans" panose="020B0606030504020204" pitchFamily="34" charset="0"/>
                  <a:ea typeface="Open Sans" panose="020B0606030504020204" pitchFamily="34" charset="0"/>
                  <a:cs typeface="Times New Roman" panose="02020603050405020304" pitchFamily="18" charset="0"/>
                </a:rPr>
                <a:t>The bill amount is put in by the customer himself</a:t>
              </a:r>
              <a:endParaRPr lang="en-US" sz="1100">
                <a:effectLst/>
                <a:latin typeface="Tw Cen MT"/>
                <a:ea typeface="Times New Roman" panose="02020603050405020304" pitchFamily="18" charset="0"/>
                <a:cs typeface="Times New Roman" panose="02020603050405020304" pitchFamily="18" charset="0"/>
              </a:endParaRPr>
            </a:p>
          </p:txBody>
        </p:sp>
        <p:sp>
          <p:nvSpPr>
            <p:cNvPr id="18" name="TextBox 14"/>
            <p:cNvSpPr txBox="1">
              <a:spLocks noChangeArrowheads="1"/>
            </p:cNvSpPr>
            <p:nvPr/>
          </p:nvSpPr>
          <p:spPr bwMode="auto">
            <a:xfrm>
              <a:off x="9120781" y="4701639"/>
              <a:ext cx="2948940" cy="47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gn="ctr">
                <a:lnSpc>
                  <a:spcPct val="107000"/>
                </a:lnSpc>
                <a:spcAft>
                  <a:spcPts val="0"/>
                </a:spcAft>
              </a:pPr>
              <a:r>
                <a:rPr lang="en-US" sz="1100" kern="1200">
                  <a:solidFill>
                    <a:srgbClr val="972917"/>
                  </a:solidFill>
                  <a:effectLst/>
                  <a:latin typeface="Open Sans" panose="020B0606030504020204" pitchFamily="34" charset="0"/>
                  <a:ea typeface="Open Sans" panose="020B0606030504020204" pitchFamily="34" charset="0"/>
                  <a:cs typeface="Times New Roman" panose="02020603050405020304" pitchFamily="18" charset="0"/>
                </a:rPr>
                <a:t>Customer approved transaction on UPI app</a:t>
              </a:r>
              <a:endParaRPr lang="en-US" sz="1100">
                <a:effectLst/>
                <a:latin typeface="Tw Cen MT"/>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01696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IN" dirty="0"/>
              <a:t>ONBOARDING PROCESS</a:t>
            </a:r>
            <a:endParaRPr lang="en-US" dirty="0"/>
          </a:p>
        </p:txBody>
      </p:sp>
    </p:spTree>
    <p:extLst>
      <p:ext uri="{BB962C8B-B14F-4D97-AF65-F5344CB8AC3E}">
        <p14:creationId xmlns:p14="http://schemas.microsoft.com/office/powerpoint/2010/main" val="119478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152400"/>
            <a:ext cx="11684000" cy="493713"/>
          </a:xfrm>
          <a:prstGeom prst="rect">
            <a:avLst/>
          </a:prstGeom>
        </p:spPr>
        <p:txBody>
          <a:bodyPr/>
          <a:lstStyle/>
          <a:p>
            <a:pPr marL="0" indent="0">
              <a:buNone/>
            </a:pPr>
            <a:r>
              <a:rPr lang="en-US" b="1" dirty="0">
                <a:solidFill>
                  <a:srgbClr val="00B050"/>
                </a:solidFill>
                <a:latin typeface="Mulish" pitchFamily="2" charset="0"/>
              </a:rPr>
              <a:t>Go Live! </a:t>
            </a:r>
            <a:r>
              <a:rPr lang="en-US" b="1" dirty="0">
                <a:solidFill>
                  <a:srgbClr val="97281D"/>
                </a:solidFill>
                <a:latin typeface="Mulish" pitchFamily="2" charset="0"/>
              </a:rPr>
              <a:t>on UPI Collection API within 7 Days</a:t>
            </a:r>
            <a:endParaRPr lang="en-IN" b="1" dirty="0">
              <a:solidFill>
                <a:srgbClr val="97281D"/>
              </a:solidFill>
              <a:latin typeface="Mulish" pitchFamily="2" charset="0"/>
            </a:endParaRPr>
          </a:p>
        </p:txBody>
      </p:sp>
      <p:sp>
        <p:nvSpPr>
          <p:cNvPr id="9" name="Text Placeholder 1"/>
          <p:cNvSpPr>
            <a:spLocks noGrp="1"/>
          </p:cNvSpPr>
          <p:nvPr>
            <p:ph type="body" sz="quarter" idx="4294967295"/>
          </p:nvPr>
        </p:nvSpPr>
        <p:spPr>
          <a:xfrm>
            <a:off x="151533" y="704055"/>
            <a:ext cx="11684000" cy="493713"/>
          </a:xfrm>
          <a:prstGeom prst="rect">
            <a:avLst/>
          </a:prstGeom>
        </p:spPr>
        <p:txBody>
          <a:bodyPr/>
          <a:lstStyle/>
          <a:p>
            <a:pPr marL="0" indent="0">
              <a:buNone/>
            </a:pPr>
            <a:r>
              <a:rPr lang="en-US" sz="2000" b="1" u="sng" dirty="0">
                <a:solidFill>
                  <a:srgbClr val="000066"/>
                </a:solidFill>
                <a:latin typeface="Mulish" pitchFamily="2" charset="0"/>
              </a:rPr>
              <a:t>End to End Implementation within 7 Days following the below Test Plan</a:t>
            </a:r>
            <a:endParaRPr lang="en-IN" sz="2000" b="1" u="sng" dirty="0">
              <a:solidFill>
                <a:srgbClr val="000066"/>
              </a:solidFill>
              <a:latin typeface="Mulish" pitchFamily="2" charset="0"/>
            </a:endParaRPr>
          </a:p>
        </p:txBody>
      </p:sp>
      <p:graphicFrame>
        <p:nvGraphicFramePr>
          <p:cNvPr id="10" name="Diagram 9"/>
          <p:cNvGraphicFramePr/>
          <p:nvPr>
            <p:extLst>
              <p:ext uri="{D42A27DB-BD31-4B8C-83A1-F6EECF244321}">
                <p14:modId xmlns:p14="http://schemas.microsoft.com/office/powerpoint/2010/main" val="3352163379"/>
              </p:ext>
            </p:extLst>
          </p:nvPr>
        </p:nvGraphicFramePr>
        <p:xfrm>
          <a:off x="836610" y="1470044"/>
          <a:ext cx="9829800" cy="541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Right Brace 10"/>
          <p:cNvSpPr/>
          <p:nvPr/>
        </p:nvSpPr>
        <p:spPr>
          <a:xfrm rot="16200000">
            <a:off x="5498477" y="1563417"/>
            <a:ext cx="506065" cy="3249083"/>
          </a:xfrm>
          <a:prstGeom prst="rightBrace">
            <a:avLst>
              <a:gd name="adj1" fmla="val 8333"/>
              <a:gd name="adj2" fmla="val 51469"/>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12" name="Right Brace 11"/>
          <p:cNvSpPr/>
          <p:nvPr/>
        </p:nvSpPr>
        <p:spPr>
          <a:xfrm rot="16200000">
            <a:off x="8845987" y="1608584"/>
            <a:ext cx="506063" cy="3134786"/>
          </a:xfrm>
          <a:prstGeom prst="rightBrace">
            <a:avLst>
              <a:gd name="adj1" fmla="val 8333"/>
              <a:gd name="adj2" fmla="val 51469"/>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13" name="Right Brace 12"/>
          <p:cNvSpPr/>
          <p:nvPr/>
        </p:nvSpPr>
        <p:spPr>
          <a:xfrm rot="16200000">
            <a:off x="2093821" y="1551435"/>
            <a:ext cx="506063" cy="3249083"/>
          </a:xfrm>
          <a:prstGeom prst="rightBrace">
            <a:avLst>
              <a:gd name="adj1" fmla="val 8333"/>
              <a:gd name="adj2" fmla="val 51469"/>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14" name="Rectangle 13"/>
          <p:cNvSpPr/>
          <p:nvPr/>
        </p:nvSpPr>
        <p:spPr>
          <a:xfrm>
            <a:off x="2182290" y="2439085"/>
            <a:ext cx="401072"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latin typeface="Mulish" pitchFamily="2" charset="0"/>
              </a:rPr>
              <a:t>T</a:t>
            </a:r>
          </a:p>
        </p:txBody>
      </p:sp>
      <p:sp>
        <p:nvSpPr>
          <p:cNvPr id="15" name="Rectangle 14"/>
          <p:cNvSpPr/>
          <p:nvPr/>
        </p:nvSpPr>
        <p:spPr>
          <a:xfrm>
            <a:off x="5588551" y="2478090"/>
            <a:ext cx="399468"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latin typeface="Mulish" pitchFamily="2" charset="0"/>
              </a:rPr>
              <a:t>3</a:t>
            </a:r>
            <a:endParaRPr lang="en-US" sz="2800" b="0" cap="none" spc="0" dirty="0">
              <a:ln w="0"/>
              <a:solidFill>
                <a:schemeClr val="tx1"/>
              </a:solidFill>
              <a:effectLst>
                <a:outerShdw blurRad="38100" dist="19050" dir="2700000" algn="tl" rotWithShape="0">
                  <a:schemeClr val="dk1">
                    <a:alpha val="40000"/>
                  </a:schemeClr>
                </a:outerShdw>
              </a:effectLst>
              <a:latin typeface="Mulish" pitchFamily="2" charset="0"/>
            </a:endParaRPr>
          </a:p>
        </p:txBody>
      </p:sp>
      <p:sp>
        <p:nvSpPr>
          <p:cNvPr id="16" name="Rectangle 15"/>
          <p:cNvSpPr/>
          <p:nvPr/>
        </p:nvSpPr>
        <p:spPr>
          <a:xfrm>
            <a:off x="8949946" y="2411706"/>
            <a:ext cx="399468"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latin typeface="Mulish" pitchFamily="2" charset="0"/>
              </a:rPr>
              <a:t>3</a:t>
            </a:r>
            <a:endParaRPr lang="en-US" sz="2800" b="0" cap="none" spc="0" dirty="0">
              <a:ln w="0"/>
              <a:solidFill>
                <a:schemeClr val="tx1"/>
              </a:solidFill>
              <a:effectLst>
                <a:outerShdw blurRad="38100" dist="19050" dir="2700000" algn="tl" rotWithShape="0">
                  <a:schemeClr val="dk1">
                    <a:alpha val="40000"/>
                  </a:schemeClr>
                </a:outerShdw>
              </a:effectLst>
              <a:latin typeface="Mulish" pitchFamily="2" charset="0"/>
            </a:endParaRPr>
          </a:p>
        </p:txBody>
      </p:sp>
      <p:sp>
        <p:nvSpPr>
          <p:cNvPr id="17" name="Right Bracket 16"/>
          <p:cNvSpPr/>
          <p:nvPr/>
        </p:nvSpPr>
        <p:spPr>
          <a:xfrm rot="16200000">
            <a:off x="5178906" y="-2408189"/>
            <a:ext cx="1058426" cy="9916586"/>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18" name="Rounded Rectangle 17"/>
          <p:cNvSpPr/>
          <p:nvPr/>
        </p:nvSpPr>
        <p:spPr>
          <a:xfrm>
            <a:off x="4308454" y="1787407"/>
            <a:ext cx="2799330" cy="4572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800" b="1" dirty="0">
                <a:latin typeface="Mulish" pitchFamily="2" charset="0"/>
              </a:rPr>
              <a:t>Turnaround Time (TAT) </a:t>
            </a:r>
            <a:endParaRPr lang="en-IN" sz="1800" b="1" dirty="0">
              <a:latin typeface="Mulish" pitchFamily="2" charset="0"/>
            </a:endParaRPr>
          </a:p>
        </p:txBody>
      </p:sp>
      <p:sp>
        <p:nvSpPr>
          <p:cNvPr id="19" name="Rounded Rectangle 18"/>
          <p:cNvSpPr/>
          <p:nvPr/>
        </p:nvSpPr>
        <p:spPr>
          <a:xfrm>
            <a:off x="4951409" y="4953000"/>
            <a:ext cx="2438400" cy="183021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5086850" y="5030612"/>
            <a:ext cx="2167517" cy="307777"/>
          </a:xfrm>
          <a:prstGeom prst="rect">
            <a:avLst/>
          </a:prstGeom>
          <a:noFill/>
        </p:spPr>
        <p:txBody>
          <a:bodyPr wrap="square" rtlCol="0">
            <a:spAutoFit/>
          </a:bodyPr>
          <a:lstStyle/>
          <a:p>
            <a:r>
              <a:rPr lang="en-US" sz="1400" b="1" u="sng" dirty="0">
                <a:latin typeface="Mulish" pitchFamily="2" charset="0"/>
              </a:rPr>
              <a:t>Mandatory Test Cases</a:t>
            </a:r>
            <a:endParaRPr lang="en-IN" sz="1400" b="1" u="sng" dirty="0">
              <a:latin typeface="Mulish" pitchFamily="2" charset="0"/>
            </a:endParaRPr>
          </a:p>
        </p:txBody>
      </p:sp>
      <p:sp>
        <p:nvSpPr>
          <p:cNvPr id="21" name="TextBox 20"/>
          <p:cNvSpPr txBox="1"/>
          <p:nvPr/>
        </p:nvSpPr>
        <p:spPr>
          <a:xfrm>
            <a:off x="4885243" y="5359457"/>
            <a:ext cx="2570730" cy="954107"/>
          </a:xfrm>
          <a:prstGeom prst="rect">
            <a:avLst/>
          </a:prstGeom>
          <a:noFill/>
        </p:spPr>
        <p:txBody>
          <a:bodyPr wrap="square" rtlCol="0">
            <a:spAutoFit/>
          </a:bodyPr>
          <a:lstStyle/>
          <a:p>
            <a:pPr marL="342900" indent="-342900">
              <a:buFont typeface="+mj-lt"/>
              <a:buAutoNum type="arabicParenR"/>
            </a:pPr>
            <a:r>
              <a:rPr lang="en-US" sz="1400" dirty="0">
                <a:solidFill>
                  <a:srgbClr val="000066"/>
                </a:solidFill>
                <a:latin typeface="Mulish" pitchFamily="2" charset="0"/>
              </a:rPr>
              <a:t>QR/ Intent API</a:t>
            </a:r>
          </a:p>
          <a:p>
            <a:pPr marL="342900" indent="-342900">
              <a:buFont typeface="+mj-lt"/>
              <a:buAutoNum type="arabicParenR"/>
            </a:pPr>
            <a:r>
              <a:rPr lang="en-US" sz="1400" dirty="0">
                <a:solidFill>
                  <a:srgbClr val="000066"/>
                </a:solidFill>
                <a:latin typeface="Mulish" pitchFamily="2" charset="0"/>
              </a:rPr>
              <a:t>Transaction Status API</a:t>
            </a:r>
          </a:p>
          <a:p>
            <a:pPr marL="342900" indent="-342900">
              <a:buFont typeface="+mj-lt"/>
              <a:buAutoNum type="arabicParenR"/>
            </a:pPr>
            <a:r>
              <a:rPr lang="en-US" sz="1400" dirty="0">
                <a:solidFill>
                  <a:srgbClr val="000066"/>
                </a:solidFill>
                <a:latin typeface="Mulish" pitchFamily="2" charset="0"/>
              </a:rPr>
              <a:t>Callback Status API</a:t>
            </a:r>
          </a:p>
          <a:p>
            <a:pPr marL="342900" indent="-342900">
              <a:buFont typeface="+mj-lt"/>
              <a:buAutoNum type="arabicParenR"/>
            </a:pPr>
            <a:r>
              <a:rPr lang="en-US" sz="1400" dirty="0">
                <a:solidFill>
                  <a:srgbClr val="000066"/>
                </a:solidFill>
                <a:latin typeface="Mulish" pitchFamily="2" charset="0"/>
              </a:rPr>
              <a:t>Refund API</a:t>
            </a:r>
            <a:endParaRPr lang="en-IN" sz="1400" dirty="0">
              <a:solidFill>
                <a:srgbClr val="000066"/>
              </a:solidFill>
              <a:latin typeface="Mulish" pitchFamily="2" charset="0"/>
            </a:endParaRPr>
          </a:p>
        </p:txBody>
      </p:sp>
      <p:sp>
        <p:nvSpPr>
          <p:cNvPr id="22" name="Text Placeholder 1"/>
          <p:cNvSpPr>
            <a:spLocks noGrp="1"/>
          </p:cNvSpPr>
          <p:nvPr>
            <p:ph type="body" sz="quarter" idx="4294967295"/>
          </p:nvPr>
        </p:nvSpPr>
        <p:spPr>
          <a:xfrm>
            <a:off x="11002535" y="3474072"/>
            <a:ext cx="1186290" cy="493713"/>
          </a:xfrm>
          <a:prstGeom prst="rect">
            <a:avLst/>
          </a:prstGeom>
        </p:spPr>
        <p:txBody>
          <a:bodyPr/>
          <a:lstStyle/>
          <a:p>
            <a:pPr marL="0" indent="0">
              <a:buNone/>
            </a:pPr>
            <a:r>
              <a:rPr lang="en-US" b="1" u="sng" dirty="0">
                <a:solidFill>
                  <a:srgbClr val="00B050"/>
                </a:solidFill>
                <a:latin typeface="Mulish" pitchFamily="2" charset="0"/>
              </a:rPr>
              <a:t>Live</a:t>
            </a:r>
            <a:r>
              <a:rPr lang="en-US" b="1" dirty="0">
                <a:solidFill>
                  <a:srgbClr val="00B050"/>
                </a:solidFill>
                <a:latin typeface="Mulish" pitchFamily="2" charset="0"/>
              </a:rPr>
              <a:t> </a:t>
            </a:r>
            <a:endParaRPr lang="en-IN" b="1" dirty="0">
              <a:solidFill>
                <a:srgbClr val="97281D"/>
              </a:solidFill>
              <a:latin typeface="Mulish" pitchFamily="2" charset="0"/>
            </a:endParaRPr>
          </a:p>
        </p:txBody>
      </p:sp>
      <p:sp>
        <p:nvSpPr>
          <p:cNvPr id="23" name="Rounded Rectangle 22"/>
          <p:cNvSpPr/>
          <p:nvPr/>
        </p:nvSpPr>
        <p:spPr>
          <a:xfrm>
            <a:off x="8261093" y="5030612"/>
            <a:ext cx="2438400" cy="17526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p:cNvSpPr txBox="1"/>
          <p:nvPr/>
        </p:nvSpPr>
        <p:spPr>
          <a:xfrm>
            <a:off x="8263743" y="5338389"/>
            <a:ext cx="2570730" cy="954107"/>
          </a:xfrm>
          <a:prstGeom prst="rect">
            <a:avLst/>
          </a:prstGeom>
          <a:noFill/>
        </p:spPr>
        <p:txBody>
          <a:bodyPr wrap="square" rtlCol="0">
            <a:spAutoFit/>
          </a:bodyPr>
          <a:lstStyle/>
          <a:p>
            <a:pPr marL="342900" indent="-342900">
              <a:buFont typeface="+mj-lt"/>
              <a:buAutoNum type="arabicParenR"/>
            </a:pPr>
            <a:r>
              <a:rPr lang="en-US" sz="1400" dirty="0">
                <a:solidFill>
                  <a:srgbClr val="000066"/>
                </a:solidFill>
                <a:latin typeface="Mulish" pitchFamily="2" charset="0"/>
              </a:rPr>
              <a:t>Live Testing in Production (QR/Intent)</a:t>
            </a:r>
          </a:p>
          <a:p>
            <a:pPr marL="342900" indent="-342900">
              <a:buFont typeface="+mj-lt"/>
              <a:buAutoNum type="arabicParenR"/>
            </a:pPr>
            <a:r>
              <a:rPr lang="en-US" sz="1400" dirty="0">
                <a:solidFill>
                  <a:srgbClr val="000066"/>
                </a:solidFill>
                <a:latin typeface="Mulish" pitchFamily="2" charset="0"/>
              </a:rPr>
              <a:t>Callback Status API</a:t>
            </a:r>
          </a:p>
          <a:p>
            <a:pPr marL="342900" indent="-342900">
              <a:buFont typeface="+mj-lt"/>
              <a:buAutoNum type="arabicParenR"/>
            </a:pPr>
            <a:endParaRPr lang="en-US" sz="1400" dirty="0">
              <a:solidFill>
                <a:srgbClr val="000066"/>
              </a:solidFill>
              <a:latin typeface="Mulish" pitchFamily="2" charset="0"/>
            </a:endParaRPr>
          </a:p>
        </p:txBody>
      </p:sp>
      <p:sp>
        <p:nvSpPr>
          <p:cNvPr id="25" name="Rounded Rectangle 24"/>
          <p:cNvSpPr/>
          <p:nvPr/>
        </p:nvSpPr>
        <p:spPr>
          <a:xfrm>
            <a:off x="1641723" y="4953000"/>
            <a:ext cx="2438400" cy="183021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p:cNvSpPr txBox="1"/>
          <p:nvPr/>
        </p:nvSpPr>
        <p:spPr>
          <a:xfrm>
            <a:off x="1608642" y="5230666"/>
            <a:ext cx="2570730" cy="1169551"/>
          </a:xfrm>
          <a:prstGeom prst="rect">
            <a:avLst/>
          </a:prstGeom>
          <a:noFill/>
        </p:spPr>
        <p:txBody>
          <a:bodyPr wrap="square" rtlCol="0">
            <a:spAutoFit/>
          </a:bodyPr>
          <a:lstStyle/>
          <a:p>
            <a:pPr marL="342900" indent="-342900">
              <a:buFont typeface="+mj-lt"/>
              <a:buAutoNum type="arabicParenR"/>
            </a:pPr>
            <a:r>
              <a:rPr lang="en-US" sz="1400" dirty="0">
                <a:solidFill>
                  <a:srgbClr val="000066"/>
                </a:solidFill>
                <a:latin typeface="Mulish" pitchFamily="2" charset="0"/>
              </a:rPr>
              <a:t>Client Technical Prerequisites validation</a:t>
            </a:r>
          </a:p>
          <a:p>
            <a:pPr marL="342900" indent="-342900">
              <a:buFont typeface="+mj-lt"/>
              <a:buAutoNum type="arabicParenR"/>
            </a:pPr>
            <a:r>
              <a:rPr lang="en-US" sz="1400" dirty="0">
                <a:solidFill>
                  <a:srgbClr val="000066"/>
                </a:solidFill>
                <a:latin typeface="Mulish" pitchFamily="2" charset="0"/>
              </a:rPr>
              <a:t>UAT Credentials shared with Client</a:t>
            </a:r>
          </a:p>
          <a:p>
            <a:pPr marL="342900" indent="-342900">
              <a:buFont typeface="+mj-lt"/>
              <a:buAutoNum type="arabicParenR"/>
            </a:pPr>
            <a:r>
              <a:rPr lang="en-US" sz="1400" dirty="0">
                <a:solidFill>
                  <a:srgbClr val="000066"/>
                </a:solidFill>
                <a:latin typeface="Mulish" pitchFamily="2" charset="0"/>
              </a:rPr>
              <a:t>Client MID/VPA Creation</a:t>
            </a:r>
            <a:endParaRPr lang="en-IN" sz="1400" dirty="0">
              <a:solidFill>
                <a:srgbClr val="000066"/>
              </a:solidFill>
              <a:latin typeface="Mulish" pitchFamily="2" charset="0"/>
            </a:endParaRPr>
          </a:p>
        </p:txBody>
      </p:sp>
    </p:spTree>
    <p:extLst>
      <p:ext uri="{BB962C8B-B14F-4D97-AF65-F5344CB8AC3E}">
        <p14:creationId xmlns:p14="http://schemas.microsoft.com/office/powerpoint/2010/main" val="2046895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152400"/>
            <a:ext cx="11684000" cy="493713"/>
          </a:xfrm>
          <a:prstGeom prst="rect">
            <a:avLst/>
          </a:prstGeom>
        </p:spPr>
        <p:txBody>
          <a:bodyPr/>
          <a:lstStyle/>
          <a:p>
            <a:pPr marL="0" indent="0">
              <a:buNone/>
            </a:pPr>
            <a:r>
              <a:rPr lang="en-US" b="1" dirty="0">
                <a:solidFill>
                  <a:srgbClr val="97281D"/>
                </a:solidFill>
                <a:latin typeface="Mulish" pitchFamily="2" charset="0"/>
              </a:rPr>
              <a:t>UPI Collection API - Mandatory Prerequisites from Client</a:t>
            </a:r>
            <a:endParaRPr lang="en-IN" b="1" dirty="0">
              <a:solidFill>
                <a:srgbClr val="97281D"/>
              </a:solidFill>
              <a:latin typeface="Mulish" pitchFamily="2" charset="0"/>
            </a:endParaRPr>
          </a:p>
        </p:txBody>
      </p:sp>
      <p:sp>
        <p:nvSpPr>
          <p:cNvPr id="4" name="Text Placeholder 3"/>
          <p:cNvSpPr>
            <a:spLocks noGrp="1"/>
          </p:cNvSpPr>
          <p:nvPr>
            <p:ph type="body" sz="quarter" idx="16"/>
          </p:nvPr>
        </p:nvSpPr>
        <p:spPr>
          <a:xfrm>
            <a:off x="334466" y="957106"/>
            <a:ext cx="11265892" cy="4148293"/>
          </a:xfrm>
        </p:spPr>
        <p:txBody>
          <a:bodyPr/>
          <a:lstStyle/>
          <a:p>
            <a:pPr marL="457200" indent="-457200">
              <a:buFont typeface="+mj-lt"/>
              <a:buAutoNum type="arabicPeriod"/>
            </a:pPr>
            <a:r>
              <a:rPr lang="en-US" sz="2000" dirty="0">
                <a:latin typeface="Mulish" pitchFamily="2" charset="0"/>
              </a:rPr>
              <a:t>List of Static IPs : For Ex- 192.12.23.56 </a:t>
            </a:r>
          </a:p>
          <a:p>
            <a:pPr marL="1200070" lvl="1" indent="-457200">
              <a:buFont typeface="Wingdings" panose="05000000000000000000" pitchFamily="2" charset="2"/>
              <a:buChar char="§"/>
            </a:pPr>
            <a:r>
              <a:rPr lang="en-US" sz="2000" dirty="0">
                <a:latin typeface="Mulish" pitchFamily="2" charset="0"/>
              </a:rPr>
              <a:t>(For dynamic IPs please provide range of IP addresses)</a:t>
            </a:r>
          </a:p>
          <a:p>
            <a:pPr marL="457200" indent="-457200">
              <a:buFont typeface="+mj-lt"/>
              <a:buAutoNum type="arabicPeriod"/>
            </a:pPr>
            <a:r>
              <a:rPr lang="en-IN" sz="2000" dirty="0">
                <a:latin typeface="Mulish" pitchFamily="2" charset="0"/>
              </a:rPr>
              <a:t>Merchant call-back URL to post final transaction status from ICICI’s end </a:t>
            </a:r>
          </a:p>
          <a:p>
            <a:pPr marL="1200070" lvl="1" indent="-457200">
              <a:buFont typeface="Wingdings" panose="05000000000000000000" pitchFamily="2" charset="2"/>
              <a:buChar char="§"/>
            </a:pPr>
            <a:r>
              <a:rPr lang="en-US" sz="2000" dirty="0">
                <a:latin typeface="Mulish" pitchFamily="2" charset="0"/>
              </a:rPr>
              <a:t>(Callback URL to be https:// </a:t>
            </a:r>
            <a:r>
              <a:rPr lang="en-US" sz="2000" dirty="0" err="1">
                <a:latin typeface="Mulish" pitchFamily="2" charset="0"/>
              </a:rPr>
              <a:t>i.e</a:t>
            </a:r>
            <a:r>
              <a:rPr lang="en-US" sz="2000" dirty="0">
                <a:latin typeface="Mulish" pitchFamily="2" charset="0"/>
              </a:rPr>
              <a:t> SSL Compliant only)</a:t>
            </a:r>
          </a:p>
          <a:p>
            <a:pPr marL="1200070" lvl="1" indent="-457200">
              <a:buFont typeface="Wingdings" panose="05000000000000000000" pitchFamily="2" charset="2"/>
              <a:buChar char="§"/>
            </a:pPr>
            <a:r>
              <a:rPr lang="en-US" sz="2000" b="1" dirty="0">
                <a:solidFill>
                  <a:srgbClr val="FF0000"/>
                </a:solidFill>
                <a:latin typeface="Mulish" pitchFamily="2" charset="0"/>
              </a:rPr>
              <a:t>Callback URL configured at Local Host is not allowed should be done at Client Server only)</a:t>
            </a:r>
          </a:p>
          <a:p>
            <a:pPr marL="1200070" lvl="1" indent="-457200">
              <a:buFont typeface="Wingdings" panose="05000000000000000000" pitchFamily="2" charset="2"/>
              <a:buChar char="§"/>
            </a:pPr>
            <a:r>
              <a:rPr lang="en-US" sz="2000" dirty="0">
                <a:latin typeface="Mulish" pitchFamily="2" charset="0"/>
              </a:rPr>
              <a:t>(Merchant CA (Certificate Authority) Signed SSL Certificate with 4096 bits Public Key for Encryption</a:t>
            </a:r>
          </a:p>
          <a:p>
            <a:pPr marL="1200070" lvl="1" indent="-457200">
              <a:buFont typeface="Wingdings" panose="05000000000000000000" pitchFamily="2" charset="2"/>
              <a:buChar char="§"/>
            </a:pPr>
            <a:r>
              <a:rPr lang="en-US" sz="2000" dirty="0">
                <a:latin typeface="Mulish" pitchFamily="2" charset="0"/>
              </a:rPr>
              <a:t>Matching Private Key to be available with the Client</a:t>
            </a:r>
          </a:p>
          <a:p>
            <a:pPr marL="1200070" lvl="1" indent="-457200">
              <a:buFont typeface="Wingdings" panose="05000000000000000000" pitchFamily="2" charset="2"/>
              <a:buChar char="§"/>
            </a:pPr>
            <a:r>
              <a:rPr lang="en-US" sz="2000" b="1" dirty="0">
                <a:solidFill>
                  <a:srgbClr val="FF0000"/>
                </a:solidFill>
                <a:latin typeface="Mulish" pitchFamily="2" charset="0"/>
              </a:rPr>
              <a:t>(Self Signed Certificate is not allowed)</a:t>
            </a:r>
          </a:p>
        </p:txBody>
      </p:sp>
      <p:sp>
        <p:nvSpPr>
          <p:cNvPr id="3" name="TextBox 2"/>
          <p:cNvSpPr txBox="1"/>
          <p:nvPr/>
        </p:nvSpPr>
        <p:spPr>
          <a:xfrm>
            <a:off x="1137514" y="4687751"/>
            <a:ext cx="9678987" cy="184665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1700" b="1" i="1" dirty="0">
                <a:latin typeface="Mulish" pitchFamily="2" charset="0"/>
              </a:rPr>
              <a:t>*Note – Merchant Public Key is extracted from Merchant CA signed certificate which is used in encryption and decryption of request and responses pertaining to UPI Collection API</a:t>
            </a:r>
          </a:p>
          <a:p>
            <a:pPr algn="just"/>
            <a:endParaRPr lang="en-US" sz="1600" dirty="0">
              <a:latin typeface="Mulish" pitchFamily="2" charset="0"/>
            </a:endParaRPr>
          </a:p>
          <a:p>
            <a:pPr algn="just"/>
            <a:r>
              <a:rPr lang="en-US" sz="1600" dirty="0">
                <a:latin typeface="Mulish" pitchFamily="2" charset="0"/>
              </a:rPr>
              <a:t>ICICI Bank use Asymmetric Encryption wherein </a:t>
            </a:r>
            <a:r>
              <a:rPr lang="en-IN" sz="1600" dirty="0">
                <a:latin typeface="Mulish" pitchFamily="2" charset="0"/>
              </a:rPr>
              <a:t>Merchant will need to make encrypted request call using ICICI Bank’s public key certificate to selected APIs from their Application Server and ICICI Bank will post encrypted response packet using merchant’s public key certificate. Merchant is required to decrypt the response packet received at their end with the corresponding private key. </a:t>
            </a:r>
          </a:p>
        </p:txBody>
      </p:sp>
      <p:sp>
        <p:nvSpPr>
          <p:cNvPr id="5" name="TextBox 4"/>
          <p:cNvSpPr txBox="1"/>
          <p:nvPr/>
        </p:nvSpPr>
        <p:spPr>
          <a:xfrm>
            <a:off x="1137514" y="6490304"/>
            <a:ext cx="4419600" cy="338554"/>
          </a:xfrm>
          <a:prstGeom prst="rect">
            <a:avLst/>
          </a:prstGeom>
          <a:noFill/>
        </p:spPr>
        <p:txBody>
          <a:bodyPr wrap="square" rtlCol="0">
            <a:spAutoFit/>
          </a:bodyPr>
          <a:lstStyle/>
          <a:p>
            <a:pPr algn="just"/>
            <a:r>
              <a:rPr lang="en-US" sz="1600" b="1" dirty="0">
                <a:latin typeface="Mulish" pitchFamily="2" charset="0"/>
              </a:rPr>
              <a:t>For more Details on Encryption/Decryption</a:t>
            </a:r>
            <a:r>
              <a:rPr lang="en-IN" sz="1600" dirty="0">
                <a:latin typeface="Mulish" pitchFamily="2" charset="0"/>
              </a:rPr>
              <a:t>. </a:t>
            </a:r>
          </a:p>
        </p:txBody>
      </p:sp>
      <p:sp>
        <p:nvSpPr>
          <p:cNvPr id="6" name="Up Arrow 5">
            <a:hlinkClick r:id="rId2" action="ppaction://hlinksldjump"/>
          </p:cNvPr>
          <p:cNvSpPr/>
          <p:nvPr/>
        </p:nvSpPr>
        <p:spPr>
          <a:xfrm rot="5400000">
            <a:off x="5772113" y="6327293"/>
            <a:ext cx="162130" cy="6645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6211588" y="6490304"/>
            <a:ext cx="4419600" cy="338554"/>
          </a:xfrm>
          <a:prstGeom prst="rect">
            <a:avLst/>
          </a:prstGeom>
          <a:noFill/>
        </p:spPr>
        <p:txBody>
          <a:bodyPr wrap="square" rtlCol="0">
            <a:spAutoFit/>
          </a:bodyPr>
          <a:lstStyle/>
          <a:p>
            <a:pPr algn="just"/>
            <a:r>
              <a:rPr lang="en-US" sz="1600" b="1" dirty="0">
                <a:latin typeface="Mulish" pitchFamily="2" charset="0"/>
              </a:rPr>
              <a:t>Next Page</a:t>
            </a:r>
            <a:r>
              <a:rPr lang="en-IN" sz="1600" dirty="0">
                <a:latin typeface="Mulish" pitchFamily="2" charset="0"/>
              </a:rPr>
              <a:t>. </a:t>
            </a:r>
          </a:p>
        </p:txBody>
      </p:sp>
    </p:spTree>
    <p:extLst>
      <p:ext uri="{BB962C8B-B14F-4D97-AF65-F5344CB8AC3E}">
        <p14:creationId xmlns:p14="http://schemas.microsoft.com/office/powerpoint/2010/main" val="1765544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215900"/>
            <a:ext cx="11684000" cy="493713"/>
          </a:xfrm>
          <a:prstGeom prst="rect">
            <a:avLst/>
          </a:prstGeom>
        </p:spPr>
        <p:txBody>
          <a:bodyPr/>
          <a:lstStyle/>
          <a:p>
            <a:pPr marL="0" indent="0">
              <a:buNone/>
            </a:pPr>
            <a:r>
              <a:rPr lang="en-US" b="1" dirty="0">
                <a:solidFill>
                  <a:srgbClr val="97281D"/>
                </a:solidFill>
                <a:latin typeface="Mulish" pitchFamily="2" charset="0"/>
              </a:rPr>
              <a:t>Encryption/Decryption - Asymmetric</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199818" y="6339417"/>
            <a:ext cx="609600" cy="366183"/>
          </a:xfrm>
        </p:spPr>
        <p:txBody>
          <a:bodyPr/>
          <a:lstStyle/>
          <a:p>
            <a:fld id="{050E451D-5525-4539-B07D-AF98FB2E324F}" type="slidenum">
              <a:rPr lang="en-US" smtClean="0">
                <a:solidFill>
                  <a:srgbClr val="1F497D"/>
                </a:solidFill>
              </a:rPr>
              <a:pPr/>
              <a:t>13</a:t>
            </a:fld>
            <a:endParaRPr lang="en-US" dirty="0">
              <a:solidFill>
                <a:srgbClr val="1F497D"/>
              </a:solidFill>
            </a:endParaRPr>
          </a:p>
        </p:txBody>
      </p:sp>
      <p:sp>
        <p:nvSpPr>
          <p:cNvPr id="5" name="TextBox 4"/>
          <p:cNvSpPr txBox="1"/>
          <p:nvPr/>
        </p:nvSpPr>
        <p:spPr>
          <a:xfrm>
            <a:off x="684211" y="2065478"/>
            <a:ext cx="10994609" cy="138499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IN" sz="1200" dirty="0">
              <a:latin typeface="Mulish" pitchFamily="2" charset="0"/>
            </a:endParaRPr>
          </a:p>
          <a:p>
            <a:pPr algn="just"/>
            <a:r>
              <a:rPr lang="en-IN" sz="1200" dirty="0">
                <a:latin typeface="Mulish" pitchFamily="2" charset="0"/>
              </a:rPr>
              <a:t>0G5mU1JJNBuwQaSLKb3wfRZks/cTV02yBNNuqjNHDWEC144W×C8iKqBpJAgq7reFKC4sHNUmNPRDya1AvmQ7x1L+3EAdEs9FEWNurZuWTvZpk4y7JrGhg0rz9KptBf+JfJUkSMo7NR3Saxel6EYtckkDr3AGW7WJZmhcEoAMMXRws/</a:t>
            </a:r>
            <a:r>
              <a:rPr lang="en-IN" sz="1200" dirty="0" err="1">
                <a:latin typeface="Mulish" pitchFamily="2" charset="0"/>
              </a:rPr>
              <a:t>hLVmaNHC</a:t>
            </a:r>
            <a:r>
              <a:rPr lang="en-IN" sz="1200" dirty="0">
                <a:latin typeface="Mulish" pitchFamily="2" charset="0"/>
              </a:rPr>
              <a:t>/nOjCNqqBd4100AzdJh/HADRVI+YAJKT8dE4x9NTI+UX1zA00Whza+TsWEHfxzQla7zai7WSa/wiJD3uD7mk5vT1WY/fKJBquCuzM7135vigDhmb7dLVLuX8VMiNQrtErWNIOuVaag1jg+uZUtyDSxjPFi5yEpKVVc7+T5031DnCvkCFDygqasDsPL24qOjYk4XavTZvwGuPAdYNNkL2VEIEhg42S2ye+fa/8fZiMt/3fwYeN9dgn9i5R6VOFbXSuZJYPSci9k0oqz73h1nzFtps60rUEDoGIkGvm9waJU3W78VH5mldGfGwJjiKlu/</a:t>
            </a:r>
            <a:r>
              <a:rPr lang="en-IN" sz="1200" dirty="0" err="1">
                <a:latin typeface="Mulish" pitchFamily="2" charset="0"/>
              </a:rPr>
              <a:t>Hmi</a:t>
            </a:r>
            <a:r>
              <a:rPr lang="en-IN" sz="1200" dirty="0">
                <a:latin typeface="Mulish" pitchFamily="2" charset="0"/>
              </a:rPr>
              <a:t>/huzEX9v4w3mW7RDGgmOuKImkqki +</a:t>
            </a:r>
            <a:r>
              <a:rPr lang="en-IN" sz="1200" dirty="0" err="1">
                <a:latin typeface="Mulish" pitchFamily="2" charset="0"/>
              </a:rPr>
              <a:t>yo</a:t>
            </a:r>
            <a:r>
              <a:rPr lang="en-IN" sz="1200" dirty="0">
                <a:latin typeface="Mulish" pitchFamily="2" charset="0"/>
              </a:rPr>
              <a:t> </a:t>
            </a:r>
          </a:p>
          <a:p>
            <a:endParaRPr lang="en-IN" sz="1200" dirty="0">
              <a:latin typeface="Mulish" pitchFamily="2" charset="0"/>
            </a:endParaRPr>
          </a:p>
        </p:txBody>
      </p:sp>
      <p:sp>
        <p:nvSpPr>
          <p:cNvPr id="6" name="TextBox 5"/>
          <p:cNvSpPr txBox="1"/>
          <p:nvPr/>
        </p:nvSpPr>
        <p:spPr>
          <a:xfrm>
            <a:off x="307682" y="904717"/>
            <a:ext cx="9296400" cy="1000274"/>
          </a:xfrm>
          <a:prstGeom prst="rect">
            <a:avLst/>
          </a:prstGeom>
          <a:noFill/>
        </p:spPr>
        <p:txBody>
          <a:bodyPr wrap="square" rtlCol="0">
            <a:spAutoFit/>
          </a:bodyPr>
          <a:lstStyle/>
          <a:p>
            <a:pPr marL="342900" indent="-342900">
              <a:buFont typeface="Wingdings" panose="05000000000000000000" pitchFamily="2" charset="2"/>
              <a:buChar char="§"/>
            </a:pPr>
            <a:r>
              <a:rPr lang="en-IN" sz="2000" dirty="0">
                <a:latin typeface="Mulish" pitchFamily="2" charset="0"/>
              </a:rPr>
              <a:t>content-type will be in text/plain</a:t>
            </a:r>
          </a:p>
          <a:p>
            <a:pPr marL="342900" indent="-342900">
              <a:buFont typeface="Wingdings" panose="05000000000000000000" pitchFamily="2" charset="2"/>
              <a:buChar char="§"/>
            </a:pPr>
            <a:r>
              <a:rPr lang="en-IN" sz="2000" dirty="0">
                <a:latin typeface="Mulish" pitchFamily="2" charset="0"/>
              </a:rPr>
              <a:t>Base64 encoded encrypted Cipher will be passed as a payload. </a:t>
            </a:r>
          </a:p>
          <a:p>
            <a:pPr marL="342900" indent="-342900">
              <a:buFont typeface="Wingdings" panose="05000000000000000000" pitchFamily="2" charset="2"/>
              <a:buChar char="§"/>
            </a:pPr>
            <a:endParaRPr lang="en-IN" dirty="0"/>
          </a:p>
        </p:txBody>
      </p:sp>
      <p:sp>
        <p:nvSpPr>
          <p:cNvPr id="7" name="Rounded Rectangle 6"/>
          <p:cNvSpPr/>
          <p:nvPr/>
        </p:nvSpPr>
        <p:spPr>
          <a:xfrm>
            <a:off x="4606997" y="1828800"/>
            <a:ext cx="2060430" cy="291521"/>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Sample Payload</a:t>
            </a:r>
            <a:endParaRPr lang="en-IN" dirty="0"/>
          </a:p>
        </p:txBody>
      </p:sp>
      <p:sp>
        <p:nvSpPr>
          <p:cNvPr id="3" name="Rounded Rectangle 2"/>
          <p:cNvSpPr/>
          <p:nvPr/>
        </p:nvSpPr>
        <p:spPr>
          <a:xfrm>
            <a:off x="3198812" y="3733800"/>
            <a:ext cx="914400" cy="2680138"/>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dirty="0">
                <a:latin typeface="Mulish" pitchFamily="2" charset="0"/>
              </a:rPr>
              <a:t>Client Server</a:t>
            </a:r>
            <a:endParaRPr lang="en-IN" sz="1600" dirty="0">
              <a:latin typeface="Mulish" pitchFamily="2" charset="0"/>
            </a:endParaRPr>
          </a:p>
        </p:txBody>
      </p:sp>
      <p:pic>
        <p:nvPicPr>
          <p:cNvPr id="10" name="Picture 7" descr="cid:image004.jpg@01D5B031.AEE75560"/>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t="21981" r="87059" b="32463"/>
          <a:stretch>
            <a:fillRect/>
          </a:stretch>
        </p:blipFill>
        <p:spPr bwMode="auto">
          <a:xfrm>
            <a:off x="367957" y="4177396"/>
            <a:ext cx="1392532" cy="1066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7" descr="cid:image004.jpg@01D5B031.AEE75560"/>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l="74354" t="7573" r="15024" b="27348"/>
          <a:stretch>
            <a:fillRect/>
          </a:stretch>
        </p:blipFill>
        <p:spPr bwMode="auto">
          <a:xfrm>
            <a:off x="10535820" y="4155548"/>
            <a:ext cx="1143001" cy="1524001"/>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7917004" y="3733800"/>
            <a:ext cx="914400" cy="2680138"/>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dirty="0">
                <a:latin typeface="Mulish" pitchFamily="2" charset="0"/>
              </a:rPr>
              <a:t>ICICI Banks Server</a:t>
            </a:r>
            <a:endParaRPr lang="en-IN" sz="1600" dirty="0">
              <a:latin typeface="Mulish" pitchFamily="2" charset="0"/>
            </a:endParaRPr>
          </a:p>
        </p:txBody>
      </p:sp>
      <p:sp>
        <p:nvSpPr>
          <p:cNvPr id="13" name="Right Arrow 12"/>
          <p:cNvSpPr/>
          <p:nvPr/>
        </p:nvSpPr>
        <p:spPr>
          <a:xfrm>
            <a:off x="4265612" y="3978282"/>
            <a:ext cx="1295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ulish" pitchFamily="2" charset="0"/>
              </a:rPr>
              <a:t>Request</a:t>
            </a:r>
            <a:endParaRPr lang="en-IN" sz="1600" dirty="0">
              <a:latin typeface="Mulish" pitchFamily="2" charset="0"/>
            </a:endParaRPr>
          </a:p>
        </p:txBody>
      </p:sp>
      <p:sp>
        <p:nvSpPr>
          <p:cNvPr id="14" name="TextBox 13"/>
          <p:cNvSpPr txBox="1"/>
          <p:nvPr/>
        </p:nvSpPr>
        <p:spPr>
          <a:xfrm>
            <a:off x="4303712" y="3777619"/>
            <a:ext cx="1752600" cy="307777"/>
          </a:xfrm>
          <a:prstGeom prst="rect">
            <a:avLst/>
          </a:prstGeom>
          <a:noFill/>
        </p:spPr>
        <p:txBody>
          <a:bodyPr wrap="square" rtlCol="0">
            <a:spAutoFit/>
          </a:bodyPr>
          <a:lstStyle/>
          <a:p>
            <a:r>
              <a:rPr lang="en-US" sz="1400" b="1" u="sng" dirty="0">
                <a:latin typeface="Mulish" pitchFamily="2" charset="0"/>
              </a:rPr>
              <a:t>Encrypted</a:t>
            </a:r>
            <a:endParaRPr lang="en-IN" sz="1400" b="1" u="sng" dirty="0">
              <a:latin typeface="Mulish" pitchFamily="2" charset="0"/>
            </a:endParaRPr>
          </a:p>
        </p:txBody>
      </p:sp>
      <p:sp>
        <p:nvSpPr>
          <p:cNvPr id="15" name="Rectangle 14"/>
          <p:cNvSpPr/>
          <p:nvPr/>
        </p:nvSpPr>
        <p:spPr>
          <a:xfrm>
            <a:off x="4111334" y="4357653"/>
            <a:ext cx="2357870" cy="830997"/>
          </a:xfrm>
          <a:prstGeom prst="rect">
            <a:avLst/>
          </a:prstGeom>
        </p:spPr>
        <p:txBody>
          <a:bodyPr wrap="square">
            <a:spAutoFit/>
          </a:bodyPr>
          <a:lstStyle/>
          <a:p>
            <a:r>
              <a:rPr lang="en-IN" sz="1200" b="1" dirty="0" err="1">
                <a:latin typeface="Mulish" pitchFamily="2" charset="0"/>
              </a:rPr>
              <a:t>Encrypted_Payload</a:t>
            </a:r>
            <a:r>
              <a:rPr lang="en-IN" sz="1200" b="1" dirty="0">
                <a:latin typeface="Mulish" pitchFamily="2" charset="0"/>
              </a:rPr>
              <a:t> = Base64Encode(RSA/ECB/PKCS1Encryption(payload,ICICIPubKey.cer)) </a:t>
            </a:r>
            <a:endParaRPr lang="en-IN" sz="1200" b="1" dirty="0"/>
          </a:p>
        </p:txBody>
      </p:sp>
      <p:sp>
        <p:nvSpPr>
          <p:cNvPr id="16" name="Right Arrow 15"/>
          <p:cNvSpPr/>
          <p:nvPr/>
        </p:nvSpPr>
        <p:spPr>
          <a:xfrm>
            <a:off x="8902552" y="4006219"/>
            <a:ext cx="1295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ulish" pitchFamily="2" charset="0"/>
              </a:rPr>
              <a:t>Request</a:t>
            </a:r>
            <a:endParaRPr lang="en-IN" sz="1600" dirty="0">
              <a:latin typeface="Mulish" pitchFamily="2" charset="0"/>
            </a:endParaRPr>
          </a:p>
        </p:txBody>
      </p:sp>
      <p:sp>
        <p:nvSpPr>
          <p:cNvPr id="17" name="TextBox 16"/>
          <p:cNvSpPr txBox="1"/>
          <p:nvPr/>
        </p:nvSpPr>
        <p:spPr>
          <a:xfrm>
            <a:off x="8902552" y="3782883"/>
            <a:ext cx="1752600" cy="307777"/>
          </a:xfrm>
          <a:prstGeom prst="rect">
            <a:avLst/>
          </a:prstGeom>
          <a:noFill/>
        </p:spPr>
        <p:txBody>
          <a:bodyPr wrap="square" rtlCol="0">
            <a:spAutoFit/>
          </a:bodyPr>
          <a:lstStyle/>
          <a:p>
            <a:r>
              <a:rPr lang="en-US" sz="1400" b="1" u="sng" dirty="0">
                <a:latin typeface="Mulish" pitchFamily="2" charset="0"/>
              </a:rPr>
              <a:t>Decrypted</a:t>
            </a:r>
            <a:endParaRPr lang="en-IN" sz="1400" b="1" u="sng" dirty="0">
              <a:latin typeface="Mulish" pitchFamily="2" charset="0"/>
            </a:endParaRPr>
          </a:p>
        </p:txBody>
      </p:sp>
      <p:sp>
        <p:nvSpPr>
          <p:cNvPr id="19" name="Left Arrow 18"/>
          <p:cNvSpPr/>
          <p:nvPr/>
        </p:nvSpPr>
        <p:spPr>
          <a:xfrm>
            <a:off x="6482722" y="5244196"/>
            <a:ext cx="1392307" cy="4353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ulish" pitchFamily="2" charset="0"/>
              </a:rPr>
              <a:t>Response</a:t>
            </a:r>
            <a:endParaRPr lang="en-IN" sz="1600" dirty="0">
              <a:latin typeface="Mulish" pitchFamily="2" charset="0"/>
            </a:endParaRPr>
          </a:p>
        </p:txBody>
      </p:sp>
      <p:sp>
        <p:nvSpPr>
          <p:cNvPr id="20" name="TextBox 19"/>
          <p:cNvSpPr txBox="1"/>
          <p:nvPr/>
        </p:nvSpPr>
        <p:spPr>
          <a:xfrm>
            <a:off x="6798246" y="5034761"/>
            <a:ext cx="1752600" cy="307777"/>
          </a:xfrm>
          <a:prstGeom prst="rect">
            <a:avLst/>
          </a:prstGeom>
          <a:noFill/>
        </p:spPr>
        <p:txBody>
          <a:bodyPr wrap="square" rtlCol="0">
            <a:spAutoFit/>
          </a:bodyPr>
          <a:lstStyle/>
          <a:p>
            <a:r>
              <a:rPr lang="en-US" sz="1400" b="1" u="sng" dirty="0">
                <a:latin typeface="Mulish" pitchFamily="2" charset="0"/>
              </a:rPr>
              <a:t>Encrypted</a:t>
            </a:r>
            <a:endParaRPr lang="en-IN" sz="1400" b="1" u="sng" dirty="0">
              <a:latin typeface="Mulish" pitchFamily="2" charset="0"/>
            </a:endParaRPr>
          </a:p>
        </p:txBody>
      </p:sp>
      <p:sp>
        <p:nvSpPr>
          <p:cNvPr id="21" name="Rectangle 20"/>
          <p:cNvSpPr/>
          <p:nvPr/>
        </p:nvSpPr>
        <p:spPr>
          <a:xfrm>
            <a:off x="5452520" y="5658614"/>
            <a:ext cx="2464484" cy="830997"/>
          </a:xfrm>
          <a:prstGeom prst="rect">
            <a:avLst/>
          </a:prstGeom>
        </p:spPr>
        <p:txBody>
          <a:bodyPr wrap="square">
            <a:spAutoFit/>
          </a:bodyPr>
          <a:lstStyle/>
          <a:p>
            <a:r>
              <a:rPr lang="en-IN" sz="1200" b="1" dirty="0" err="1">
                <a:latin typeface="Mulish" pitchFamily="2" charset="0"/>
              </a:rPr>
              <a:t>Encrypted_Payload</a:t>
            </a:r>
            <a:r>
              <a:rPr lang="en-IN" sz="1200" b="1" dirty="0">
                <a:latin typeface="Mulish" pitchFamily="2" charset="0"/>
              </a:rPr>
              <a:t> = Base64Encode(RSA/ECB/PKCS1Encryption(payload,ClientPubKey.cer)) </a:t>
            </a:r>
            <a:endParaRPr lang="en-IN" sz="1200" b="1" dirty="0"/>
          </a:p>
        </p:txBody>
      </p:sp>
      <p:sp>
        <p:nvSpPr>
          <p:cNvPr id="22" name="Left Arrow 21"/>
          <p:cNvSpPr/>
          <p:nvPr/>
        </p:nvSpPr>
        <p:spPr>
          <a:xfrm>
            <a:off x="1735357" y="5124861"/>
            <a:ext cx="1392307" cy="4353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ulish" pitchFamily="2" charset="0"/>
              </a:rPr>
              <a:t>Response</a:t>
            </a:r>
            <a:endParaRPr lang="en-IN" sz="1600" dirty="0">
              <a:latin typeface="Mulish" pitchFamily="2" charset="0"/>
            </a:endParaRPr>
          </a:p>
        </p:txBody>
      </p:sp>
      <p:sp>
        <p:nvSpPr>
          <p:cNvPr id="23" name="TextBox 22"/>
          <p:cNvSpPr txBox="1"/>
          <p:nvPr/>
        </p:nvSpPr>
        <p:spPr>
          <a:xfrm>
            <a:off x="2072373" y="4819496"/>
            <a:ext cx="1752600" cy="307777"/>
          </a:xfrm>
          <a:prstGeom prst="rect">
            <a:avLst/>
          </a:prstGeom>
          <a:noFill/>
        </p:spPr>
        <p:txBody>
          <a:bodyPr wrap="square" rtlCol="0">
            <a:spAutoFit/>
          </a:bodyPr>
          <a:lstStyle/>
          <a:p>
            <a:r>
              <a:rPr lang="en-US" sz="1400" b="1" u="sng" dirty="0">
                <a:latin typeface="Mulish" pitchFamily="2" charset="0"/>
              </a:rPr>
              <a:t>Decrypted</a:t>
            </a:r>
            <a:endParaRPr lang="en-IN" sz="1400" b="1" u="sng" dirty="0">
              <a:latin typeface="Mulish" pitchFamily="2" charset="0"/>
            </a:endParaRPr>
          </a:p>
        </p:txBody>
      </p:sp>
      <p:sp>
        <p:nvSpPr>
          <p:cNvPr id="24" name="Rectangle 23"/>
          <p:cNvSpPr/>
          <p:nvPr/>
        </p:nvSpPr>
        <p:spPr>
          <a:xfrm>
            <a:off x="1384337" y="5497449"/>
            <a:ext cx="1870050" cy="1015663"/>
          </a:xfrm>
          <a:prstGeom prst="rect">
            <a:avLst/>
          </a:prstGeom>
        </p:spPr>
        <p:txBody>
          <a:bodyPr wrap="square">
            <a:spAutoFit/>
          </a:bodyPr>
          <a:lstStyle/>
          <a:p>
            <a:r>
              <a:rPr lang="en-IN" sz="1200" b="1" dirty="0" err="1">
                <a:latin typeface="Mulish" pitchFamily="2" charset="0"/>
              </a:rPr>
              <a:t>plainResponse</a:t>
            </a:r>
            <a:r>
              <a:rPr lang="en-IN" sz="1200" b="1" dirty="0">
                <a:latin typeface="Mulish" pitchFamily="2" charset="0"/>
              </a:rPr>
              <a:t>_ Base64Decode(RSA/ECB/PKCS1Decryption(</a:t>
            </a:r>
            <a:r>
              <a:rPr lang="en-IN" sz="1200" b="1" dirty="0" err="1">
                <a:latin typeface="Mulish" pitchFamily="2" charset="0"/>
              </a:rPr>
              <a:t>encPayload</a:t>
            </a:r>
            <a:r>
              <a:rPr lang="en-IN" sz="1200" b="1" dirty="0">
                <a:latin typeface="Mulish" pitchFamily="2" charset="0"/>
              </a:rPr>
              <a:t>, ClientPrivateKey.p12))</a:t>
            </a:r>
          </a:p>
        </p:txBody>
      </p:sp>
      <p:sp>
        <p:nvSpPr>
          <p:cNvPr id="25" name="TextBox 24"/>
          <p:cNvSpPr txBox="1"/>
          <p:nvPr/>
        </p:nvSpPr>
        <p:spPr>
          <a:xfrm>
            <a:off x="178032" y="4049876"/>
            <a:ext cx="1795030" cy="307777"/>
          </a:xfrm>
          <a:prstGeom prst="rect">
            <a:avLst/>
          </a:prstGeom>
          <a:noFill/>
        </p:spPr>
        <p:txBody>
          <a:bodyPr wrap="square" rtlCol="0">
            <a:spAutoFit/>
          </a:bodyPr>
          <a:lstStyle/>
          <a:p>
            <a:r>
              <a:rPr lang="en-US" sz="1400" b="1" dirty="0">
                <a:latin typeface="Mulish" pitchFamily="2" charset="0"/>
              </a:rPr>
              <a:t>Client Application</a:t>
            </a:r>
            <a:endParaRPr lang="en-IN" sz="1400" b="1" dirty="0">
              <a:latin typeface="Mulish" pitchFamily="2" charset="0"/>
            </a:endParaRPr>
          </a:p>
        </p:txBody>
      </p:sp>
      <p:cxnSp>
        <p:nvCxnSpPr>
          <p:cNvPr id="30" name="Straight Arrow Connector 29"/>
          <p:cNvCxnSpPr/>
          <p:nvPr/>
        </p:nvCxnSpPr>
        <p:spPr>
          <a:xfrm>
            <a:off x="9599612" y="4973384"/>
            <a:ext cx="8382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p:cNvCxnSpPr/>
          <p:nvPr/>
        </p:nvCxnSpPr>
        <p:spPr>
          <a:xfrm flipH="1">
            <a:off x="9599612" y="5332957"/>
            <a:ext cx="8001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Right Arrow 34"/>
          <p:cNvSpPr/>
          <p:nvPr/>
        </p:nvSpPr>
        <p:spPr>
          <a:xfrm>
            <a:off x="1882425" y="4027181"/>
            <a:ext cx="1295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ulish" pitchFamily="2" charset="0"/>
              </a:rPr>
              <a:t>Request</a:t>
            </a:r>
            <a:endParaRPr lang="en-IN" sz="1600" dirty="0">
              <a:latin typeface="Mulish" pitchFamily="2" charset="0"/>
            </a:endParaRPr>
          </a:p>
        </p:txBody>
      </p:sp>
    </p:spTree>
    <p:extLst>
      <p:ext uri="{BB962C8B-B14F-4D97-AF65-F5344CB8AC3E}">
        <p14:creationId xmlns:p14="http://schemas.microsoft.com/office/powerpoint/2010/main" val="2263893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215900"/>
            <a:ext cx="11684000" cy="493713"/>
          </a:xfrm>
          <a:prstGeom prst="rect">
            <a:avLst/>
          </a:prstGeom>
        </p:spPr>
        <p:txBody>
          <a:bodyPr/>
          <a:lstStyle/>
          <a:p>
            <a:pPr marL="0" indent="0">
              <a:buNone/>
            </a:pPr>
            <a:r>
              <a:rPr lang="en-US" b="1" dirty="0">
                <a:solidFill>
                  <a:srgbClr val="97281D"/>
                </a:solidFill>
                <a:latin typeface="Mulish" pitchFamily="2" charset="0"/>
              </a:rPr>
              <a:t>Mandatory Checkpoints – Merchant CA Signed Certificate </a:t>
            </a:r>
            <a:endParaRPr lang="en-IN" b="1" dirty="0">
              <a:solidFill>
                <a:srgbClr val="97281D"/>
              </a:solidFill>
              <a:latin typeface="Mulish" pitchFamily="2" charset="0"/>
            </a:endParaRPr>
          </a:p>
        </p:txBody>
      </p:sp>
      <p:sp>
        <p:nvSpPr>
          <p:cNvPr id="5" name="TextBox 4"/>
          <p:cNvSpPr txBox="1"/>
          <p:nvPr/>
        </p:nvSpPr>
        <p:spPr>
          <a:xfrm>
            <a:off x="366712" y="1143000"/>
            <a:ext cx="11201400" cy="4893647"/>
          </a:xfrm>
          <a:prstGeom prst="rect">
            <a:avLst/>
          </a:prstGeom>
          <a:noFill/>
        </p:spPr>
        <p:txBody>
          <a:bodyPr wrap="square" rtlCol="0">
            <a:spAutoFit/>
          </a:bodyPr>
          <a:lstStyle/>
          <a:p>
            <a:pPr marL="342900" indent="-342900">
              <a:buFont typeface="Wingdings" panose="05000000000000000000" pitchFamily="2" charset="2"/>
              <a:buChar char="ü"/>
            </a:pPr>
            <a:r>
              <a:rPr lang="en-US" sz="2400" b="1" dirty="0">
                <a:latin typeface="Mulish" pitchFamily="2" charset="0"/>
              </a:rPr>
              <a:t>Certificate should be in </a:t>
            </a:r>
            <a:r>
              <a:rPr lang="en-US" sz="2400" b="1" dirty="0">
                <a:solidFill>
                  <a:srgbClr val="1F497D"/>
                </a:solidFill>
                <a:latin typeface="Mulish" pitchFamily="2" charset="0"/>
              </a:rPr>
              <a:t>.CER </a:t>
            </a:r>
            <a:r>
              <a:rPr lang="en-US" sz="2400" b="1" dirty="0">
                <a:latin typeface="Mulish" pitchFamily="2" charset="0"/>
              </a:rPr>
              <a:t>or </a:t>
            </a:r>
            <a:r>
              <a:rPr lang="en-US" sz="2400" b="1" dirty="0">
                <a:solidFill>
                  <a:srgbClr val="1F497D"/>
                </a:solidFill>
                <a:latin typeface="Mulish" pitchFamily="2" charset="0"/>
              </a:rPr>
              <a:t>.CRT </a:t>
            </a:r>
            <a:r>
              <a:rPr lang="en-US" sz="2400" b="1" dirty="0">
                <a:latin typeface="Mulish" pitchFamily="2" charset="0"/>
              </a:rPr>
              <a:t>format/ extension</a:t>
            </a:r>
          </a:p>
          <a:p>
            <a:pPr marL="342900" indent="-342900">
              <a:buFont typeface="Wingdings" panose="05000000000000000000" pitchFamily="2" charset="2"/>
              <a:buChar char="ü"/>
            </a:pPr>
            <a:endParaRPr lang="en-US" sz="2400" b="1" dirty="0">
              <a:latin typeface="Mulish" pitchFamily="2" charset="0"/>
            </a:endParaRPr>
          </a:p>
          <a:p>
            <a:pPr marL="342900" indent="-342900">
              <a:buFont typeface="Wingdings" panose="05000000000000000000" pitchFamily="2" charset="2"/>
              <a:buChar char="ü"/>
            </a:pPr>
            <a:r>
              <a:rPr lang="en-US" sz="2400" b="1" dirty="0">
                <a:latin typeface="Mulish" pitchFamily="2" charset="0"/>
              </a:rPr>
              <a:t>It should contain certificate provider/ vendor name in </a:t>
            </a:r>
            <a:r>
              <a:rPr lang="en-US" sz="2400" b="1" dirty="0">
                <a:solidFill>
                  <a:srgbClr val="1F497D"/>
                </a:solidFill>
                <a:latin typeface="Mulish" pitchFamily="2" charset="0"/>
              </a:rPr>
              <a:t>“Issued by” </a:t>
            </a:r>
            <a:r>
              <a:rPr lang="en-US" sz="2400" b="1" dirty="0">
                <a:latin typeface="Mulish" pitchFamily="2" charset="0"/>
              </a:rPr>
              <a:t>and Client name in </a:t>
            </a:r>
            <a:r>
              <a:rPr lang="en-US" sz="2400" b="1" dirty="0">
                <a:solidFill>
                  <a:srgbClr val="1F497D"/>
                </a:solidFill>
                <a:latin typeface="Mulish" pitchFamily="2" charset="0"/>
              </a:rPr>
              <a:t>“Issued to”</a:t>
            </a:r>
          </a:p>
          <a:p>
            <a:pPr marL="342900" indent="-342900">
              <a:buFont typeface="Wingdings" panose="05000000000000000000" pitchFamily="2" charset="2"/>
              <a:buChar char="ü"/>
            </a:pPr>
            <a:endParaRPr lang="en-US" sz="2400" b="1" dirty="0">
              <a:solidFill>
                <a:schemeClr val="tx2">
                  <a:lumMod val="60000"/>
                  <a:lumOff val="40000"/>
                </a:schemeClr>
              </a:solidFill>
              <a:latin typeface="Mulish" pitchFamily="2" charset="0"/>
            </a:endParaRPr>
          </a:p>
          <a:p>
            <a:pPr marL="342900" indent="-342900">
              <a:buFont typeface="Wingdings" panose="05000000000000000000" pitchFamily="2" charset="2"/>
              <a:buChar char="ü"/>
            </a:pPr>
            <a:r>
              <a:rPr lang="en-US" sz="2400" b="1" dirty="0">
                <a:latin typeface="Mulish" pitchFamily="2" charset="0"/>
              </a:rPr>
              <a:t>Once opened in text format, details should start with </a:t>
            </a:r>
            <a:r>
              <a:rPr lang="en-US" sz="2400" b="1" dirty="0">
                <a:solidFill>
                  <a:srgbClr val="1F497D"/>
                </a:solidFill>
                <a:latin typeface="Mulish" pitchFamily="2" charset="0"/>
              </a:rPr>
              <a:t>“Begin certificate” </a:t>
            </a:r>
            <a:r>
              <a:rPr lang="en-US" sz="2400" b="1" dirty="0">
                <a:latin typeface="Mulish" pitchFamily="2" charset="0"/>
              </a:rPr>
              <a:t>and </a:t>
            </a:r>
            <a:r>
              <a:rPr lang="en-US" sz="2400" b="1" dirty="0">
                <a:solidFill>
                  <a:srgbClr val="1F497D"/>
                </a:solidFill>
                <a:latin typeface="Mulish" pitchFamily="2" charset="0"/>
              </a:rPr>
              <a:t>“End certificate”</a:t>
            </a:r>
          </a:p>
          <a:p>
            <a:pPr marL="342900" indent="-342900">
              <a:buFont typeface="Wingdings" panose="05000000000000000000" pitchFamily="2" charset="2"/>
              <a:buChar char="ü"/>
            </a:pPr>
            <a:endParaRPr lang="en-US" sz="2400" b="1" dirty="0">
              <a:latin typeface="Mulish" pitchFamily="2" charset="0"/>
            </a:endParaRPr>
          </a:p>
          <a:p>
            <a:pPr marL="342900" indent="-342900">
              <a:buFont typeface="Wingdings" panose="05000000000000000000" pitchFamily="2" charset="2"/>
              <a:buChar char="ü"/>
            </a:pPr>
            <a:r>
              <a:rPr lang="en-US" sz="2400" b="1" dirty="0">
                <a:latin typeface="Mulish" pitchFamily="2" charset="0"/>
              </a:rPr>
              <a:t>Certificate validity should be of </a:t>
            </a:r>
            <a:r>
              <a:rPr lang="en-US" sz="2400" b="1" dirty="0">
                <a:solidFill>
                  <a:srgbClr val="1F497D"/>
                </a:solidFill>
                <a:latin typeface="Mulish" pitchFamily="2" charset="0"/>
              </a:rPr>
              <a:t>1 year</a:t>
            </a:r>
          </a:p>
          <a:p>
            <a:pPr marL="342900" indent="-342900">
              <a:buFont typeface="Wingdings" panose="05000000000000000000" pitchFamily="2" charset="2"/>
              <a:buChar char="ü"/>
            </a:pPr>
            <a:endParaRPr lang="en-US" sz="2400" b="1" dirty="0">
              <a:latin typeface="Mulish" pitchFamily="2" charset="0"/>
            </a:endParaRPr>
          </a:p>
          <a:p>
            <a:pPr marL="342900" indent="-342900">
              <a:buFont typeface="Wingdings" panose="05000000000000000000" pitchFamily="2" charset="2"/>
              <a:buChar char="ü"/>
            </a:pPr>
            <a:r>
              <a:rPr lang="en-US" sz="2400" b="1" dirty="0">
                <a:latin typeface="Mulish" pitchFamily="2" charset="0"/>
              </a:rPr>
              <a:t>Certificate should be given to Client by </a:t>
            </a:r>
            <a:r>
              <a:rPr lang="en-US" sz="2400" b="1" dirty="0">
                <a:solidFill>
                  <a:srgbClr val="1F497D"/>
                </a:solidFill>
                <a:latin typeface="Mulish" pitchFamily="2" charset="0"/>
              </a:rPr>
              <a:t>Certified Authority </a:t>
            </a:r>
            <a:r>
              <a:rPr lang="en-US" sz="2400" b="1" dirty="0">
                <a:latin typeface="Mulish" pitchFamily="2" charset="0"/>
              </a:rPr>
              <a:t>vendors like </a:t>
            </a:r>
            <a:r>
              <a:rPr lang="en-US" sz="2400" b="1" dirty="0">
                <a:solidFill>
                  <a:srgbClr val="1F497D"/>
                </a:solidFill>
                <a:latin typeface="Mulish" pitchFamily="2" charset="0"/>
              </a:rPr>
              <a:t>Go daddy, Amazon AWS, </a:t>
            </a:r>
            <a:r>
              <a:rPr lang="en-US" sz="2400" b="1" dirty="0" err="1">
                <a:solidFill>
                  <a:srgbClr val="1F497D"/>
                </a:solidFill>
                <a:latin typeface="Mulish" pitchFamily="2" charset="0"/>
              </a:rPr>
              <a:t>Geotrust</a:t>
            </a:r>
            <a:r>
              <a:rPr lang="en-US" sz="2400" b="1" dirty="0">
                <a:solidFill>
                  <a:srgbClr val="1F497D"/>
                </a:solidFill>
                <a:latin typeface="Mulish" pitchFamily="2" charset="0"/>
              </a:rPr>
              <a:t>, </a:t>
            </a:r>
            <a:r>
              <a:rPr lang="en-US" sz="2400" b="1" dirty="0" err="1">
                <a:solidFill>
                  <a:srgbClr val="1F497D"/>
                </a:solidFill>
                <a:latin typeface="Mulish" pitchFamily="2" charset="0"/>
              </a:rPr>
              <a:t>Sectigo</a:t>
            </a:r>
            <a:r>
              <a:rPr lang="en-US" sz="2400" b="1" dirty="0">
                <a:solidFill>
                  <a:srgbClr val="1F497D"/>
                </a:solidFill>
                <a:latin typeface="Mulish" pitchFamily="2" charset="0"/>
              </a:rPr>
              <a:t> etc..</a:t>
            </a:r>
            <a:endParaRPr lang="en-IN" sz="2400" b="1" dirty="0">
              <a:solidFill>
                <a:srgbClr val="1F497D"/>
              </a:solidFill>
              <a:latin typeface="Mulish" pitchFamily="2" charset="0"/>
            </a:endParaRPr>
          </a:p>
          <a:p>
            <a:pPr marL="342900" indent="-342900">
              <a:buFont typeface="Wingdings" panose="05000000000000000000" pitchFamily="2" charset="2"/>
              <a:buChar char="ü"/>
            </a:pPr>
            <a:endParaRPr lang="en-IN" sz="2400" dirty="0"/>
          </a:p>
        </p:txBody>
      </p:sp>
    </p:spTree>
    <p:extLst>
      <p:ext uri="{BB962C8B-B14F-4D97-AF65-F5344CB8AC3E}">
        <p14:creationId xmlns:p14="http://schemas.microsoft.com/office/powerpoint/2010/main" val="1730824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03048" y="151834"/>
            <a:ext cx="11684000" cy="493713"/>
          </a:xfrm>
          <a:prstGeom prst="rect">
            <a:avLst/>
          </a:prstGeom>
        </p:spPr>
        <p:txBody>
          <a:bodyPr/>
          <a:lstStyle/>
          <a:p>
            <a:pPr marL="0" indent="0">
              <a:buNone/>
            </a:pPr>
            <a:r>
              <a:rPr lang="en-US" b="1" dirty="0">
                <a:solidFill>
                  <a:srgbClr val="97281D"/>
                </a:solidFill>
                <a:latin typeface="Mulish" pitchFamily="2" charset="0"/>
              </a:rPr>
              <a:t>Mandatory Checkpoints – Merchant CA Signed Certificate </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199818" y="6415628"/>
            <a:ext cx="609600" cy="366183"/>
          </a:xfrm>
        </p:spPr>
        <p:txBody>
          <a:bodyPr/>
          <a:lstStyle/>
          <a:p>
            <a:fld id="{050E451D-5525-4539-B07D-AF98FB2E324F}" type="slidenum">
              <a:rPr lang="en-US" smtClean="0">
                <a:solidFill>
                  <a:srgbClr val="1F497D"/>
                </a:solidFill>
              </a:rPr>
              <a:pPr/>
              <a:t>15</a:t>
            </a:fld>
            <a:endParaRPr lang="en-US" dirty="0">
              <a:solidFill>
                <a:srgbClr val="1F497D"/>
              </a:solidFill>
            </a:endParaRPr>
          </a:p>
        </p:txBody>
      </p:sp>
      <p:pic>
        <p:nvPicPr>
          <p:cNvPr id="10" name="Picture 9"/>
          <p:cNvPicPr>
            <a:picLocks noChangeAspect="1"/>
          </p:cNvPicPr>
          <p:nvPr/>
        </p:nvPicPr>
        <p:blipFill>
          <a:blip r:embed="rId2"/>
          <a:stretch>
            <a:fillRect/>
          </a:stretch>
        </p:blipFill>
        <p:spPr>
          <a:xfrm>
            <a:off x="3474059" y="1304537"/>
            <a:ext cx="2971800" cy="4764842"/>
          </a:xfrm>
          <a:prstGeom prst="rect">
            <a:avLst/>
          </a:prstGeom>
          <a:ln>
            <a:noFill/>
          </a:ln>
          <a:effectLst>
            <a:outerShdw blurRad="190500" algn="tl" rotWithShape="0">
              <a:srgbClr val="000000">
                <a:alpha val="70000"/>
              </a:srgbClr>
            </a:outerShdw>
          </a:effectLst>
        </p:spPr>
      </p:pic>
      <p:sp>
        <p:nvSpPr>
          <p:cNvPr id="3" name="TextBox 2"/>
          <p:cNvSpPr txBox="1"/>
          <p:nvPr/>
        </p:nvSpPr>
        <p:spPr>
          <a:xfrm>
            <a:off x="149945" y="762000"/>
            <a:ext cx="9220200" cy="646331"/>
          </a:xfrm>
          <a:prstGeom prst="rect">
            <a:avLst/>
          </a:prstGeom>
          <a:noFill/>
        </p:spPr>
        <p:txBody>
          <a:bodyPr wrap="square" rtlCol="0">
            <a:spAutoFit/>
          </a:bodyPr>
          <a:lstStyle/>
          <a:p>
            <a:pPr marL="285750" indent="-285750">
              <a:buFont typeface="Wingdings" panose="05000000000000000000" pitchFamily="2" charset="2"/>
              <a:buChar char="§"/>
            </a:pPr>
            <a:r>
              <a:rPr lang="en-US" sz="1800" b="1" dirty="0">
                <a:latin typeface="Mulish" pitchFamily="2" charset="0"/>
                <a:hlinkClick r:id="rId3"/>
              </a:rPr>
              <a:t>https://www.sslshopper.com/certificate-decoder.html</a:t>
            </a:r>
            <a:endParaRPr lang="en-US" sz="1800" b="1" dirty="0">
              <a:latin typeface="Mulish" pitchFamily="2" charset="0"/>
            </a:endParaRPr>
          </a:p>
          <a:p>
            <a:pPr marL="285750" indent="-285750">
              <a:buFont typeface="Wingdings" panose="05000000000000000000" pitchFamily="2" charset="2"/>
              <a:buChar char="§"/>
            </a:pPr>
            <a:endParaRPr lang="en-US" sz="1800" b="1" dirty="0">
              <a:solidFill>
                <a:srgbClr val="1F497D"/>
              </a:solidFill>
              <a:latin typeface="Mulish" pitchFamily="2" charset="0"/>
            </a:endParaRP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r="24821"/>
          <a:stretch/>
        </p:blipFill>
        <p:spPr>
          <a:xfrm>
            <a:off x="6637258" y="1304537"/>
            <a:ext cx="5002744" cy="4764842"/>
          </a:xfrm>
          <a:prstGeom prst="rect">
            <a:avLst/>
          </a:prstGeom>
          <a:ln>
            <a:noFill/>
          </a:ln>
          <a:effectLst>
            <a:outerShdw blurRad="190500" algn="tl" rotWithShape="0">
              <a:srgbClr val="000000">
                <a:alpha val="70000"/>
              </a:srgbClr>
            </a:outerShdw>
          </a:effectLst>
        </p:spPr>
      </p:pic>
      <p:sp>
        <p:nvSpPr>
          <p:cNvPr id="9" name="TextBox 8"/>
          <p:cNvSpPr txBox="1"/>
          <p:nvPr/>
        </p:nvSpPr>
        <p:spPr>
          <a:xfrm>
            <a:off x="149945" y="2779017"/>
            <a:ext cx="3124200" cy="18158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Wingdings" panose="05000000000000000000" pitchFamily="2" charset="2"/>
              <a:buChar char="ü"/>
            </a:pPr>
            <a:r>
              <a:rPr lang="en-US" sz="1600" b="1" dirty="0">
                <a:solidFill>
                  <a:srgbClr val="1F497D"/>
                </a:solidFill>
                <a:latin typeface="Mulish" pitchFamily="2" charset="0"/>
              </a:rPr>
              <a:t>Check the Validation of the Merchant SSL Certificate using the above website </a:t>
            </a:r>
          </a:p>
          <a:p>
            <a:pPr marL="285750" indent="-285750">
              <a:buFont typeface="Wingdings" panose="05000000000000000000" pitchFamily="2" charset="2"/>
              <a:buChar char="ü"/>
            </a:pPr>
            <a:endParaRPr lang="en-US" sz="1600" b="1" dirty="0">
              <a:solidFill>
                <a:srgbClr val="1F497D"/>
              </a:solidFill>
              <a:latin typeface="Mulish" pitchFamily="2" charset="0"/>
            </a:endParaRPr>
          </a:p>
          <a:p>
            <a:pPr marL="285750" indent="-285750">
              <a:buFont typeface="Wingdings" panose="05000000000000000000" pitchFamily="2" charset="2"/>
              <a:buChar char="ü"/>
            </a:pPr>
            <a:r>
              <a:rPr lang="en-US" sz="1600" b="1" dirty="0">
                <a:solidFill>
                  <a:srgbClr val="1F497D"/>
                </a:solidFill>
                <a:latin typeface="Mulish" pitchFamily="2" charset="0"/>
              </a:rPr>
              <a:t>SSL decoder helps to fetch the details of the certificate instantly </a:t>
            </a:r>
          </a:p>
        </p:txBody>
      </p:sp>
      <p:sp>
        <p:nvSpPr>
          <p:cNvPr id="8" name="TextBox 7"/>
          <p:cNvSpPr txBox="1"/>
          <p:nvPr/>
        </p:nvSpPr>
        <p:spPr>
          <a:xfrm>
            <a:off x="6932613" y="6184795"/>
            <a:ext cx="4572006" cy="46166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solidFill>
                  <a:srgbClr val="1F497D"/>
                </a:solidFill>
                <a:latin typeface="Mulish" pitchFamily="2" charset="0"/>
              </a:rPr>
              <a:t>Copy and Paste the certificate text (.txt)  file in the above mentioned website to get details regarding the text file</a:t>
            </a:r>
          </a:p>
        </p:txBody>
      </p:sp>
      <p:sp>
        <p:nvSpPr>
          <p:cNvPr id="11" name="Rectangle 10"/>
          <p:cNvSpPr/>
          <p:nvPr/>
        </p:nvSpPr>
        <p:spPr>
          <a:xfrm>
            <a:off x="4722812" y="2286000"/>
            <a:ext cx="14478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3475935" y="4267200"/>
            <a:ext cx="14478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13190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8" y="100363"/>
            <a:ext cx="11684000" cy="493713"/>
          </a:xfrm>
          <a:prstGeom prst="rect">
            <a:avLst/>
          </a:prstGeom>
        </p:spPr>
        <p:txBody>
          <a:bodyPr/>
          <a:lstStyle/>
          <a:p>
            <a:pPr marL="0" indent="0">
              <a:buNone/>
            </a:pPr>
            <a:r>
              <a:rPr lang="en-US" b="1" dirty="0">
                <a:solidFill>
                  <a:srgbClr val="97281D"/>
                </a:solidFill>
                <a:latin typeface="Mulish" pitchFamily="2" charset="0"/>
              </a:rPr>
              <a:t>Mandatory Checkpoints – Merchant CA Signed Certificate </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199818" y="6415628"/>
            <a:ext cx="609600" cy="366183"/>
          </a:xfrm>
        </p:spPr>
        <p:txBody>
          <a:bodyPr/>
          <a:lstStyle/>
          <a:p>
            <a:fld id="{050E451D-5525-4539-B07D-AF98FB2E324F}" type="slidenum">
              <a:rPr lang="en-US" smtClean="0">
                <a:solidFill>
                  <a:srgbClr val="1F497D"/>
                </a:solidFill>
              </a:rPr>
              <a:pPr/>
              <a:t>16</a:t>
            </a:fld>
            <a:endParaRPr lang="en-US" dirty="0">
              <a:solidFill>
                <a:srgbClr val="1F497D"/>
              </a:solidFill>
            </a:endParaRPr>
          </a:p>
        </p:txBody>
      </p:sp>
      <p:pic>
        <p:nvPicPr>
          <p:cNvPr id="7" name="Picture 6"/>
          <p:cNvPicPr>
            <a:picLocks noChangeAspect="1"/>
          </p:cNvPicPr>
          <p:nvPr/>
        </p:nvPicPr>
        <p:blipFill rotWithShape="1">
          <a:blip r:embed="rId2"/>
          <a:srcRect r="50037" b="4546"/>
          <a:stretch/>
        </p:blipFill>
        <p:spPr>
          <a:xfrm>
            <a:off x="1141413" y="1371600"/>
            <a:ext cx="4343399" cy="4343400"/>
          </a:xfrm>
          <a:prstGeom prst="rect">
            <a:avLst/>
          </a:prstGeom>
          <a:ln>
            <a:noFill/>
          </a:ln>
          <a:effectLst>
            <a:outerShdw blurRad="190500" algn="tl" rotWithShape="0">
              <a:srgbClr val="000000">
                <a:alpha val="70000"/>
              </a:srgbClr>
            </a:outerShdw>
          </a:effectLst>
        </p:spPr>
      </p:pic>
      <p:sp>
        <p:nvSpPr>
          <p:cNvPr id="8" name="Rounded Rectangle 7"/>
          <p:cNvSpPr/>
          <p:nvPr/>
        </p:nvSpPr>
        <p:spPr>
          <a:xfrm>
            <a:off x="1255712" y="2093093"/>
            <a:ext cx="4114799" cy="110730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7027325" y="5866099"/>
            <a:ext cx="4153974"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1400" b="1" dirty="0">
                <a:latin typeface="Mulish" pitchFamily="2" charset="0"/>
              </a:rPr>
              <a:t>When certificate is opened in .</a:t>
            </a:r>
            <a:r>
              <a:rPr lang="en-US" sz="1400" b="1" dirty="0" err="1">
                <a:latin typeface="Mulish" pitchFamily="2" charset="0"/>
              </a:rPr>
              <a:t>cer</a:t>
            </a:r>
            <a:r>
              <a:rPr lang="en-US" sz="1400" b="1" dirty="0">
                <a:latin typeface="Mulish" pitchFamily="2" charset="0"/>
              </a:rPr>
              <a:t> format</a:t>
            </a:r>
          </a:p>
          <a:p>
            <a:pPr marL="285750" indent="-285750" algn="just">
              <a:buFont typeface="Arial" panose="020B0604020202020204" pitchFamily="34" charset="0"/>
              <a:buChar char="•"/>
            </a:pPr>
            <a:r>
              <a:rPr lang="en-US" sz="1400" b="1" dirty="0">
                <a:latin typeface="Mulish" pitchFamily="2" charset="0"/>
              </a:rPr>
              <a:t>If </a:t>
            </a:r>
            <a:r>
              <a:rPr lang="en-US" sz="1400" b="1" dirty="0">
                <a:solidFill>
                  <a:schemeClr val="tx2">
                    <a:lumMod val="60000"/>
                    <a:lumOff val="40000"/>
                  </a:schemeClr>
                </a:solidFill>
                <a:latin typeface="Mulish" pitchFamily="2" charset="0"/>
              </a:rPr>
              <a:t>Issued to </a:t>
            </a:r>
            <a:r>
              <a:rPr lang="en-US" sz="1400" b="1" dirty="0">
                <a:latin typeface="Mulish" pitchFamily="2" charset="0"/>
              </a:rPr>
              <a:t>and </a:t>
            </a:r>
            <a:r>
              <a:rPr lang="en-US" sz="1400" b="1" dirty="0">
                <a:solidFill>
                  <a:schemeClr val="tx2">
                    <a:lumMod val="60000"/>
                    <a:lumOff val="40000"/>
                  </a:schemeClr>
                </a:solidFill>
                <a:latin typeface="Mulish" pitchFamily="2" charset="0"/>
              </a:rPr>
              <a:t>Issued by name </a:t>
            </a:r>
            <a:r>
              <a:rPr lang="en-US" sz="1400" b="1" dirty="0">
                <a:latin typeface="Mulish" pitchFamily="2" charset="0"/>
              </a:rPr>
              <a:t>is different and issuer is a Certificate Authority </a:t>
            </a:r>
          </a:p>
          <a:p>
            <a:r>
              <a:rPr lang="en-US" sz="1400" b="1" dirty="0">
                <a:latin typeface="Mulish" pitchFamily="2" charset="0"/>
              </a:rPr>
              <a:t>This Certificate is  </a:t>
            </a:r>
            <a:r>
              <a:rPr lang="en-US" sz="1400" b="1" dirty="0">
                <a:solidFill>
                  <a:srgbClr val="00B050"/>
                </a:solidFill>
                <a:latin typeface="Mulish" pitchFamily="2" charset="0"/>
              </a:rPr>
              <a:t>(Acceptable)</a:t>
            </a:r>
          </a:p>
        </p:txBody>
      </p:sp>
      <p:pic>
        <p:nvPicPr>
          <p:cNvPr id="10" name="Picture 9"/>
          <p:cNvPicPr>
            <a:picLocks noChangeAspect="1"/>
          </p:cNvPicPr>
          <p:nvPr/>
        </p:nvPicPr>
        <p:blipFill>
          <a:blip r:embed="rId3"/>
          <a:stretch>
            <a:fillRect/>
          </a:stretch>
        </p:blipFill>
        <p:spPr>
          <a:xfrm>
            <a:off x="7008807" y="1325309"/>
            <a:ext cx="4191011" cy="4469959"/>
          </a:xfrm>
          <a:prstGeom prst="rect">
            <a:avLst/>
          </a:prstGeom>
          <a:ln>
            <a:noFill/>
          </a:ln>
          <a:effectLst>
            <a:outerShdw blurRad="190500" algn="tl" rotWithShape="0">
              <a:srgbClr val="000000">
                <a:alpha val="70000"/>
              </a:srgbClr>
            </a:outerShdw>
          </a:effectLst>
        </p:spPr>
      </p:pic>
      <p:sp>
        <p:nvSpPr>
          <p:cNvPr id="12" name="TextBox 11"/>
          <p:cNvSpPr txBox="1"/>
          <p:nvPr/>
        </p:nvSpPr>
        <p:spPr>
          <a:xfrm>
            <a:off x="1160461" y="5864242"/>
            <a:ext cx="4305300"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1400" b="1" dirty="0">
                <a:latin typeface="Mulish" pitchFamily="2" charset="0"/>
              </a:rPr>
              <a:t>When certificate is opened in .</a:t>
            </a:r>
            <a:r>
              <a:rPr lang="en-US" sz="1400" b="1" dirty="0" err="1">
                <a:latin typeface="Mulish" pitchFamily="2" charset="0"/>
              </a:rPr>
              <a:t>cer</a:t>
            </a:r>
            <a:r>
              <a:rPr lang="en-US" sz="1400" b="1" dirty="0">
                <a:latin typeface="Mulish" pitchFamily="2" charset="0"/>
              </a:rPr>
              <a:t> format</a:t>
            </a:r>
          </a:p>
          <a:p>
            <a:pPr marL="285750" indent="-285750" algn="just">
              <a:buFont typeface="Wingdings" panose="05000000000000000000" pitchFamily="2" charset="2"/>
              <a:buChar char="§"/>
            </a:pPr>
            <a:r>
              <a:rPr lang="en-US" sz="1400" b="1" dirty="0">
                <a:latin typeface="Mulish" pitchFamily="2" charset="0"/>
              </a:rPr>
              <a:t>If </a:t>
            </a:r>
            <a:r>
              <a:rPr lang="en-US" sz="1400" b="1" dirty="0">
                <a:solidFill>
                  <a:schemeClr val="tx2">
                    <a:lumMod val="60000"/>
                    <a:lumOff val="40000"/>
                  </a:schemeClr>
                </a:solidFill>
                <a:latin typeface="Mulish" pitchFamily="2" charset="0"/>
              </a:rPr>
              <a:t>Issued to </a:t>
            </a:r>
            <a:r>
              <a:rPr lang="en-US" sz="1400" b="1" dirty="0">
                <a:latin typeface="Mulish" pitchFamily="2" charset="0"/>
              </a:rPr>
              <a:t>and </a:t>
            </a:r>
            <a:r>
              <a:rPr lang="en-US" sz="1400" b="1" dirty="0">
                <a:solidFill>
                  <a:schemeClr val="tx2">
                    <a:lumMod val="60000"/>
                    <a:lumOff val="40000"/>
                  </a:schemeClr>
                </a:solidFill>
                <a:latin typeface="Mulish" pitchFamily="2" charset="0"/>
              </a:rPr>
              <a:t>Issued by name </a:t>
            </a:r>
            <a:r>
              <a:rPr lang="en-US" sz="1400" b="1" dirty="0">
                <a:latin typeface="Mulish" pitchFamily="2" charset="0"/>
              </a:rPr>
              <a:t>is same then it is </a:t>
            </a:r>
            <a:r>
              <a:rPr lang="en-US" sz="1400" b="1" u="sng" dirty="0">
                <a:latin typeface="Mulish" pitchFamily="2" charset="0"/>
              </a:rPr>
              <a:t>self signed certificate </a:t>
            </a:r>
            <a:r>
              <a:rPr lang="en-US" sz="1400" b="1" dirty="0">
                <a:solidFill>
                  <a:srgbClr val="FF0000"/>
                </a:solidFill>
                <a:latin typeface="Mulish" pitchFamily="2" charset="0"/>
              </a:rPr>
              <a:t>(Not Acceptable)</a:t>
            </a:r>
          </a:p>
          <a:p>
            <a:pPr algn="just"/>
            <a:endParaRPr lang="en-IN" sz="1400" b="1" dirty="0">
              <a:latin typeface="Mulish" pitchFamily="2"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8212" y="3092157"/>
            <a:ext cx="981541" cy="902286"/>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41612" y="3140574"/>
            <a:ext cx="859611" cy="859611"/>
          </a:xfrm>
          <a:prstGeom prst="rect">
            <a:avLst/>
          </a:prstGeom>
        </p:spPr>
      </p:pic>
      <p:sp>
        <p:nvSpPr>
          <p:cNvPr id="9" name="Rectangle 8"/>
          <p:cNvSpPr/>
          <p:nvPr/>
        </p:nvSpPr>
        <p:spPr>
          <a:xfrm>
            <a:off x="511658" y="762000"/>
            <a:ext cx="9349602" cy="400110"/>
          </a:xfrm>
          <a:prstGeom prst="rect">
            <a:avLst/>
          </a:prstGeom>
        </p:spPr>
        <p:txBody>
          <a:bodyPr wrap="square">
            <a:spAutoFit/>
          </a:bodyPr>
          <a:lstStyle/>
          <a:p>
            <a:pPr marL="342900" indent="-342900">
              <a:buFont typeface="Wingdings" panose="05000000000000000000" pitchFamily="2" charset="2"/>
              <a:buChar char="ü"/>
            </a:pPr>
            <a:r>
              <a:rPr lang="en-US" sz="2000" b="1" dirty="0">
                <a:latin typeface="Mulish" pitchFamily="2" charset="0"/>
              </a:rPr>
              <a:t>Certificate should be in </a:t>
            </a:r>
            <a:r>
              <a:rPr lang="en-US" sz="2000" b="1" dirty="0">
                <a:solidFill>
                  <a:schemeClr val="tx2">
                    <a:lumMod val="60000"/>
                    <a:lumOff val="40000"/>
                  </a:schemeClr>
                </a:solidFill>
                <a:latin typeface="Mulish" pitchFamily="2" charset="0"/>
              </a:rPr>
              <a:t>.CER </a:t>
            </a:r>
            <a:r>
              <a:rPr lang="en-US" sz="2000" b="1" dirty="0">
                <a:latin typeface="Mulish" pitchFamily="2" charset="0"/>
              </a:rPr>
              <a:t>or </a:t>
            </a:r>
            <a:r>
              <a:rPr lang="en-US" sz="2000" b="1" dirty="0">
                <a:solidFill>
                  <a:schemeClr val="tx2">
                    <a:lumMod val="60000"/>
                    <a:lumOff val="40000"/>
                  </a:schemeClr>
                </a:solidFill>
                <a:latin typeface="Mulish" pitchFamily="2" charset="0"/>
              </a:rPr>
              <a:t>.CRT </a:t>
            </a:r>
            <a:r>
              <a:rPr lang="en-US" sz="2000" b="1" dirty="0">
                <a:latin typeface="Mulish" pitchFamily="2" charset="0"/>
              </a:rPr>
              <a:t>format/ extension</a:t>
            </a:r>
          </a:p>
        </p:txBody>
      </p:sp>
    </p:spTree>
    <p:extLst>
      <p:ext uri="{BB962C8B-B14F-4D97-AF65-F5344CB8AC3E}">
        <p14:creationId xmlns:p14="http://schemas.microsoft.com/office/powerpoint/2010/main" val="10208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215900"/>
            <a:ext cx="11684000" cy="493713"/>
          </a:xfrm>
          <a:prstGeom prst="rect">
            <a:avLst/>
          </a:prstGeom>
        </p:spPr>
        <p:txBody>
          <a:bodyPr/>
          <a:lstStyle/>
          <a:p>
            <a:pPr marL="0" indent="0">
              <a:buNone/>
            </a:pPr>
            <a:r>
              <a:rPr lang="en-US" b="1" dirty="0">
                <a:solidFill>
                  <a:srgbClr val="97281D"/>
                </a:solidFill>
                <a:latin typeface="Mulish" pitchFamily="2" charset="0"/>
              </a:rPr>
              <a:t>Mandatory Checkpoints – Merchant CA Signed Certificate </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199818" y="6415628"/>
            <a:ext cx="609600" cy="366183"/>
          </a:xfrm>
        </p:spPr>
        <p:txBody>
          <a:bodyPr/>
          <a:lstStyle/>
          <a:p>
            <a:fld id="{050E451D-5525-4539-B07D-AF98FB2E324F}" type="slidenum">
              <a:rPr lang="en-US" smtClean="0">
                <a:solidFill>
                  <a:srgbClr val="1F497D"/>
                </a:solidFill>
              </a:rPr>
              <a:pPr/>
              <a:t>17</a:t>
            </a:fld>
            <a:endParaRPr lang="en-US" dirty="0">
              <a:solidFill>
                <a:srgbClr val="1F497D"/>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2742" y="1447800"/>
            <a:ext cx="4025869" cy="4577033"/>
          </a:xfrm>
          <a:prstGeom prst="rect">
            <a:avLst/>
          </a:prstGeom>
          <a:ln>
            <a:noFill/>
          </a:ln>
          <a:effectLst>
            <a:outerShdw blurRad="190500" algn="tl" rotWithShape="0">
              <a:srgbClr val="000000">
                <a:alpha val="70000"/>
              </a:srgbClr>
            </a:outerShdw>
          </a:effectLst>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0297" y="1447800"/>
            <a:ext cx="3970916" cy="4577033"/>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80234" y="3851563"/>
            <a:ext cx="981541" cy="902286"/>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41612" y="3887311"/>
            <a:ext cx="859611" cy="859611"/>
          </a:xfrm>
          <a:prstGeom prst="rect">
            <a:avLst/>
          </a:prstGeom>
        </p:spPr>
      </p:pic>
      <p:sp>
        <p:nvSpPr>
          <p:cNvPr id="3" name="TextBox 2"/>
          <p:cNvSpPr txBox="1"/>
          <p:nvPr/>
        </p:nvSpPr>
        <p:spPr>
          <a:xfrm>
            <a:off x="1301258" y="6094417"/>
            <a:ext cx="4107354"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Wingdings" panose="05000000000000000000" pitchFamily="2" charset="2"/>
              <a:buChar char="§"/>
            </a:pPr>
            <a:r>
              <a:rPr lang="en-US" sz="1400" b="1" dirty="0">
                <a:solidFill>
                  <a:srgbClr val="1F497D"/>
                </a:solidFill>
                <a:latin typeface="Mulish" pitchFamily="2" charset="0"/>
              </a:rPr>
              <a:t>Under Details Tab</a:t>
            </a:r>
          </a:p>
          <a:p>
            <a:pPr marL="742891" lvl="1" indent="-285750">
              <a:buFont typeface="Wingdings" panose="05000000000000000000" pitchFamily="2" charset="2"/>
              <a:buChar char="§"/>
            </a:pPr>
            <a:r>
              <a:rPr lang="en-US" sz="1400" b="1" dirty="0">
                <a:latin typeface="Mulish" pitchFamily="2" charset="0"/>
                <a:sym typeface="Wingdings" panose="05000000000000000000" pitchFamily="2" charset="2"/>
              </a:rPr>
              <a:t></a:t>
            </a:r>
            <a:r>
              <a:rPr lang="en-US" sz="1400" b="1" dirty="0">
                <a:latin typeface="Mulish" pitchFamily="2" charset="0"/>
              </a:rPr>
              <a:t> Check </a:t>
            </a:r>
            <a:r>
              <a:rPr lang="en-US" sz="1400" b="1" dirty="0">
                <a:solidFill>
                  <a:srgbClr val="1F497D"/>
                </a:solidFill>
                <a:latin typeface="Mulish" pitchFamily="2" charset="0"/>
              </a:rPr>
              <a:t>public key </a:t>
            </a:r>
            <a:r>
              <a:rPr lang="en-US" sz="1400" b="1" dirty="0">
                <a:latin typeface="Mulish" pitchFamily="2" charset="0"/>
              </a:rPr>
              <a:t>field and </a:t>
            </a:r>
            <a:r>
              <a:rPr lang="en-US" sz="1400" b="1" dirty="0">
                <a:solidFill>
                  <a:srgbClr val="1F497D"/>
                </a:solidFill>
                <a:latin typeface="Mulish" pitchFamily="2" charset="0"/>
              </a:rPr>
              <a:t>value.</a:t>
            </a:r>
          </a:p>
          <a:p>
            <a:pPr marL="285750" indent="-285750">
              <a:buFont typeface="Wingdings" panose="05000000000000000000" pitchFamily="2" charset="2"/>
              <a:buChar char="§"/>
            </a:pPr>
            <a:r>
              <a:rPr lang="en-US" sz="1400" b="1" dirty="0">
                <a:latin typeface="Mulish" pitchFamily="2" charset="0"/>
              </a:rPr>
              <a:t>In this case its 2048 bits </a:t>
            </a:r>
            <a:r>
              <a:rPr lang="en-US" sz="1400" b="1" dirty="0">
                <a:solidFill>
                  <a:srgbClr val="FF0000"/>
                </a:solidFill>
                <a:latin typeface="Mulish" pitchFamily="2" charset="0"/>
              </a:rPr>
              <a:t>(Not Acceptable)</a:t>
            </a:r>
          </a:p>
        </p:txBody>
      </p:sp>
      <p:sp>
        <p:nvSpPr>
          <p:cNvPr id="10" name="TextBox 9"/>
          <p:cNvSpPr txBox="1"/>
          <p:nvPr/>
        </p:nvSpPr>
        <p:spPr>
          <a:xfrm>
            <a:off x="7008813" y="6102136"/>
            <a:ext cx="3962400"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Wingdings" panose="05000000000000000000" pitchFamily="2" charset="2"/>
              <a:buChar char="§"/>
            </a:pPr>
            <a:r>
              <a:rPr lang="en-US" sz="1400" b="1" dirty="0">
                <a:solidFill>
                  <a:srgbClr val="1F497D"/>
                </a:solidFill>
                <a:latin typeface="Mulish" pitchFamily="2" charset="0"/>
              </a:rPr>
              <a:t>Under Details Tab</a:t>
            </a:r>
          </a:p>
          <a:p>
            <a:pPr marL="742891" lvl="1" indent="-285750">
              <a:buFont typeface="Wingdings" panose="05000000000000000000" pitchFamily="2" charset="2"/>
              <a:buChar char="§"/>
            </a:pPr>
            <a:r>
              <a:rPr lang="en-US" sz="1400" b="1" dirty="0">
                <a:latin typeface="Mulish" pitchFamily="2" charset="0"/>
                <a:sym typeface="Wingdings" panose="05000000000000000000" pitchFamily="2" charset="2"/>
              </a:rPr>
              <a:t></a:t>
            </a:r>
            <a:r>
              <a:rPr lang="en-US" sz="1400" b="1" dirty="0">
                <a:latin typeface="Mulish" pitchFamily="2" charset="0"/>
              </a:rPr>
              <a:t> Check </a:t>
            </a:r>
            <a:r>
              <a:rPr lang="en-US" sz="1400" b="1" dirty="0">
                <a:solidFill>
                  <a:srgbClr val="1F497D"/>
                </a:solidFill>
                <a:latin typeface="Mulish" pitchFamily="2" charset="0"/>
              </a:rPr>
              <a:t>public key </a:t>
            </a:r>
            <a:r>
              <a:rPr lang="en-US" sz="1400" b="1" dirty="0">
                <a:latin typeface="Mulish" pitchFamily="2" charset="0"/>
              </a:rPr>
              <a:t>field and </a:t>
            </a:r>
            <a:r>
              <a:rPr lang="en-US" sz="1400" b="1" dirty="0">
                <a:solidFill>
                  <a:srgbClr val="1F497D"/>
                </a:solidFill>
                <a:latin typeface="Mulish" pitchFamily="2" charset="0"/>
              </a:rPr>
              <a:t>value.</a:t>
            </a:r>
          </a:p>
          <a:p>
            <a:pPr marL="285750" indent="-285750">
              <a:buFont typeface="Wingdings" panose="05000000000000000000" pitchFamily="2" charset="2"/>
              <a:buChar char="§"/>
            </a:pPr>
            <a:r>
              <a:rPr lang="en-US" sz="1400" b="1" dirty="0">
                <a:latin typeface="Mulish" pitchFamily="2" charset="0"/>
              </a:rPr>
              <a:t>In this case its 4096 bits </a:t>
            </a:r>
            <a:r>
              <a:rPr lang="en-US" sz="1400" b="1" dirty="0">
                <a:solidFill>
                  <a:srgbClr val="00B050"/>
                </a:solidFill>
                <a:latin typeface="Mulish" pitchFamily="2" charset="0"/>
              </a:rPr>
              <a:t>(Acceptable)</a:t>
            </a:r>
          </a:p>
        </p:txBody>
      </p:sp>
      <p:sp>
        <p:nvSpPr>
          <p:cNvPr id="7" name="Rectangle 6"/>
          <p:cNvSpPr/>
          <p:nvPr/>
        </p:nvSpPr>
        <p:spPr>
          <a:xfrm>
            <a:off x="1428058" y="3048000"/>
            <a:ext cx="3816783" cy="228600"/>
          </a:xfrm>
          <a:prstGeom prst="rect">
            <a:avLst/>
          </a:prstGeom>
          <a:noFill/>
          <a:ln>
            <a:prstDash val="sys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4" name="Rectangle 13"/>
          <p:cNvSpPr/>
          <p:nvPr/>
        </p:nvSpPr>
        <p:spPr>
          <a:xfrm>
            <a:off x="7025696" y="3048000"/>
            <a:ext cx="3816783" cy="228600"/>
          </a:xfrm>
          <a:prstGeom prst="rect">
            <a:avLst/>
          </a:prstGeom>
          <a:noFill/>
          <a:ln>
            <a:prstDash val="sys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2" name="Rectangle 11"/>
          <p:cNvSpPr/>
          <p:nvPr/>
        </p:nvSpPr>
        <p:spPr>
          <a:xfrm>
            <a:off x="790590" y="834305"/>
            <a:ext cx="9349602" cy="400110"/>
          </a:xfrm>
          <a:prstGeom prst="rect">
            <a:avLst/>
          </a:prstGeom>
        </p:spPr>
        <p:txBody>
          <a:bodyPr wrap="square">
            <a:spAutoFit/>
          </a:bodyPr>
          <a:lstStyle/>
          <a:p>
            <a:pPr marL="342900" indent="-342900">
              <a:buFont typeface="Wingdings" panose="05000000000000000000" pitchFamily="2" charset="2"/>
              <a:buChar char="ü"/>
            </a:pPr>
            <a:r>
              <a:rPr lang="en-US" sz="2000" b="1" dirty="0">
                <a:latin typeface="Mulish" pitchFamily="2" charset="0"/>
              </a:rPr>
              <a:t>Certificate should be in </a:t>
            </a:r>
            <a:r>
              <a:rPr lang="en-US" sz="2000" b="1" dirty="0">
                <a:solidFill>
                  <a:schemeClr val="tx2">
                    <a:lumMod val="60000"/>
                    <a:lumOff val="40000"/>
                  </a:schemeClr>
                </a:solidFill>
                <a:latin typeface="Mulish" pitchFamily="2" charset="0"/>
              </a:rPr>
              <a:t>.CER </a:t>
            </a:r>
            <a:r>
              <a:rPr lang="en-US" sz="2000" b="1" dirty="0">
                <a:latin typeface="Mulish" pitchFamily="2" charset="0"/>
              </a:rPr>
              <a:t>or </a:t>
            </a:r>
            <a:r>
              <a:rPr lang="en-US" sz="2000" b="1" dirty="0">
                <a:solidFill>
                  <a:schemeClr val="tx2">
                    <a:lumMod val="60000"/>
                    <a:lumOff val="40000"/>
                  </a:schemeClr>
                </a:solidFill>
                <a:latin typeface="Mulish" pitchFamily="2" charset="0"/>
              </a:rPr>
              <a:t>.CRT </a:t>
            </a:r>
            <a:r>
              <a:rPr lang="en-US" sz="2000" b="1" dirty="0">
                <a:latin typeface="Mulish" pitchFamily="2" charset="0"/>
              </a:rPr>
              <a:t>format/ extension</a:t>
            </a:r>
          </a:p>
        </p:txBody>
      </p:sp>
    </p:spTree>
    <p:extLst>
      <p:ext uri="{BB962C8B-B14F-4D97-AF65-F5344CB8AC3E}">
        <p14:creationId xmlns:p14="http://schemas.microsoft.com/office/powerpoint/2010/main" val="3819042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25412" y="215900"/>
            <a:ext cx="11684000" cy="493713"/>
          </a:xfrm>
          <a:prstGeom prst="rect">
            <a:avLst/>
          </a:prstGeom>
        </p:spPr>
        <p:txBody>
          <a:bodyPr/>
          <a:lstStyle/>
          <a:p>
            <a:pPr marL="0" indent="0">
              <a:buNone/>
            </a:pPr>
            <a:r>
              <a:rPr lang="en-US" b="1" dirty="0">
                <a:solidFill>
                  <a:srgbClr val="97281D"/>
                </a:solidFill>
                <a:latin typeface="Mulish" pitchFamily="2" charset="0"/>
              </a:rPr>
              <a:t>Mandatory Checkpoints – Merchant CA Signed Certificate </a:t>
            </a:r>
            <a:endParaRPr lang="en-IN" b="1" dirty="0">
              <a:solidFill>
                <a:srgbClr val="97281D"/>
              </a:solidFill>
              <a:latin typeface="Mulish" pitchFamily="2" charset="0"/>
            </a:endParaRPr>
          </a:p>
        </p:txBody>
      </p:sp>
      <p:sp>
        <p:nvSpPr>
          <p:cNvPr id="4" name="Slide Number Placeholder 4"/>
          <p:cNvSpPr>
            <a:spLocks noGrp="1"/>
          </p:cNvSpPr>
          <p:nvPr>
            <p:ph type="sldNum" sz="quarter" idx="4"/>
          </p:nvPr>
        </p:nvSpPr>
        <p:spPr>
          <a:xfrm>
            <a:off x="11199818" y="6415628"/>
            <a:ext cx="609600" cy="366183"/>
          </a:xfrm>
        </p:spPr>
        <p:txBody>
          <a:bodyPr/>
          <a:lstStyle/>
          <a:p>
            <a:fld id="{050E451D-5525-4539-B07D-AF98FB2E324F}" type="slidenum">
              <a:rPr lang="en-US" smtClean="0">
                <a:solidFill>
                  <a:srgbClr val="1F497D"/>
                </a:solidFill>
              </a:rPr>
              <a:pPr/>
              <a:t>18</a:t>
            </a:fld>
            <a:endParaRPr lang="en-US" dirty="0">
              <a:solidFill>
                <a:srgbClr val="1F497D"/>
              </a:solidFill>
            </a:endParaRPr>
          </a:p>
        </p:txBody>
      </p:sp>
      <p:pic>
        <p:nvPicPr>
          <p:cNvPr id="10" name="Picture 9"/>
          <p:cNvPicPr>
            <a:picLocks noChangeAspect="1"/>
          </p:cNvPicPr>
          <p:nvPr/>
        </p:nvPicPr>
        <p:blipFill>
          <a:blip r:embed="rId2"/>
          <a:stretch>
            <a:fillRect/>
          </a:stretch>
        </p:blipFill>
        <p:spPr>
          <a:xfrm>
            <a:off x="6246812" y="1219200"/>
            <a:ext cx="3903824" cy="4965664"/>
          </a:xfrm>
          <a:prstGeom prst="rect">
            <a:avLst/>
          </a:prstGeom>
          <a:ln>
            <a:noFill/>
          </a:ln>
          <a:effectLst>
            <a:outerShdw blurRad="190500" algn="tl" rotWithShape="0">
              <a:srgbClr val="000000">
                <a:alpha val="70000"/>
              </a:srgbClr>
            </a:outerShdw>
          </a:effectLst>
        </p:spPr>
      </p:pic>
      <p:sp>
        <p:nvSpPr>
          <p:cNvPr id="3" name="TextBox 2"/>
          <p:cNvSpPr txBox="1"/>
          <p:nvPr/>
        </p:nvSpPr>
        <p:spPr>
          <a:xfrm>
            <a:off x="455612" y="2235323"/>
            <a:ext cx="4953000" cy="2585323"/>
          </a:xfrm>
          <a:prstGeom prst="rect">
            <a:avLst/>
          </a:prstGeom>
          <a:noFill/>
        </p:spPr>
        <p:txBody>
          <a:bodyPr wrap="square" rtlCol="0">
            <a:spAutoFit/>
          </a:bodyPr>
          <a:lstStyle/>
          <a:p>
            <a:pPr marL="285750" indent="-285750">
              <a:buFont typeface="Wingdings" panose="05000000000000000000" pitchFamily="2" charset="2"/>
              <a:buChar char="§"/>
            </a:pPr>
            <a:r>
              <a:rPr lang="en-US" sz="1800" b="1" dirty="0">
                <a:latin typeface="Mulish" pitchFamily="2" charset="0"/>
              </a:rPr>
              <a:t>Rename the certificate by adding .txt as extension in file name</a:t>
            </a:r>
          </a:p>
          <a:p>
            <a:endParaRPr lang="en-US" sz="1800" b="1" dirty="0">
              <a:latin typeface="Mulish" pitchFamily="2" charset="0"/>
            </a:endParaRPr>
          </a:p>
          <a:p>
            <a:pPr marL="285750" indent="-285750">
              <a:buFont typeface="Wingdings" panose="05000000000000000000" pitchFamily="2" charset="2"/>
              <a:buChar char="§"/>
            </a:pPr>
            <a:r>
              <a:rPr lang="en-US" sz="1800" b="1" dirty="0">
                <a:latin typeface="Mulish" pitchFamily="2" charset="0"/>
              </a:rPr>
              <a:t>Double click on certificate file name</a:t>
            </a:r>
          </a:p>
          <a:p>
            <a:endParaRPr lang="en-US" sz="1800" b="1" dirty="0">
              <a:latin typeface="Mulish" pitchFamily="2" charset="0"/>
            </a:endParaRPr>
          </a:p>
          <a:p>
            <a:pPr marL="285750" indent="-285750">
              <a:buFont typeface="Wingdings" panose="05000000000000000000" pitchFamily="2" charset="2"/>
              <a:buChar char="§"/>
            </a:pPr>
            <a:r>
              <a:rPr lang="en-US" sz="1800" b="1" dirty="0">
                <a:latin typeface="Mulish" pitchFamily="2" charset="0"/>
              </a:rPr>
              <a:t>Certificate when opened in .txt format,</a:t>
            </a:r>
            <a:br>
              <a:rPr lang="en-US" sz="1800" b="1" dirty="0">
                <a:latin typeface="Mulish" pitchFamily="2" charset="0"/>
              </a:rPr>
            </a:br>
            <a:r>
              <a:rPr lang="en-US" sz="1800" b="1" dirty="0">
                <a:latin typeface="Mulish" pitchFamily="2" charset="0"/>
              </a:rPr>
              <a:t>Format of certificate should start with</a:t>
            </a:r>
            <a:br>
              <a:rPr lang="en-US" sz="1800" b="1" dirty="0">
                <a:latin typeface="Mulish" pitchFamily="2" charset="0"/>
              </a:rPr>
            </a:br>
            <a:r>
              <a:rPr lang="en-US" sz="1800" b="1" dirty="0">
                <a:solidFill>
                  <a:srgbClr val="1F497D"/>
                </a:solidFill>
                <a:latin typeface="Mulish" pitchFamily="2" charset="0"/>
              </a:rPr>
              <a:t>“Begin Certificate”</a:t>
            </a:r>
            <a:r>
              <a:rPr lang="en-US" sz="1800" b="1" dirty="0">
                <a:solidFill>
                  <a:schemeClr val="tx2">
                    <a:lumMod val="60000"/>
                    <a:lumOff val="40000"/>
                  </a:schemeClr>
                </a:solidFill>
                <a:latin typeface="Mulish" pitchFamily="2" charset="0"/>
              </a:rPr>
              <a:t> </a:t>
            </a:r>
            <a:r>
              <a:rPr lang="en-US" sz="1800" b="1" dirty="0">
                <a:latin typeface="Mulish" pitchFamily="2" charset="0"/>
              </a:rPr>
              <a:t>and end with </a:t>
            </a:r>
            <a:r>
              <a:rPr lang="en-US" sz="1800" b="1" dirty="0">
                <a:solidFill>
                  <a:srgbClr val="1F497D"/>
                </a:solidFill>
                <a:latin typeface="Mulish" pitchFamily="2" charset="0"/>
              </a:rPr>
              <a:t>“End Certificate”</a:t>
            </a:r>
          </a:p>
        </p:txBody>
      </p:sp>
      <p:sp>
        <p:nvSpPr>
          <p:cNvPr id="6" name="Rectangle 5"/>
          <p:cNvSpPr/>
          <p:nvPr/>
        </p:nvSpPr>
        <p:spPr>
          <a:xfrm>
            <a:off x="8380412" y="2362200"/>
            <a:ext cx="14478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6246812" y="3736668"/>
            <a:ext cx="14478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8413460" y="4820646"/>
            <a:ext cx="14478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8378824" y="2209800"/>
            <a:ext cx="14478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0525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Thank you</a:t>
            </a:r>
          </a:p>
          <a:p>
            <a:endParaRPr lang="en-US" dirty="0"/>
          </a:p>
        </p:txBody>
      </p:sp>
    </p:spTree>
    <p:extLst>
      <p:ext uri="{BB962C8B-B14F-4D97-AF65-F5344CB8AC3E}">
        <p14:creationId xmlns:p14="http://schemas.microsoft.com/office/powerpoint/2010/main" val="2626106433"/>
      </p:ext>
    </p:extLst>
  </p:cSld>
  <p:clrMapOvr>
    <a:masterClrMapping/>
  </p:clrMapOvr>
</p:sld>
</file>

<file path=ppt/theme/theme1.xml><?xml version="1.0" encoding="utf-8"?>
<a:theme xmlns:a="http://schemas.openxmlformats.org/drawingml/2006/main" name="Title +Thank You">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genda">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xt Slide">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xt + Media ">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Graph Slides">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Full Table ">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Smart Art ">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Impact Slide">
  <a:themeElements>
    <a:clrScheme name="Official">
      <a:dk1>
        <a:sysClr val="windowText" lastClr="000000"/>
      </a:dk1>
      <a:lt1>
        <a:sysClr val="window" lastClr="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a:ea typeface=""/>
        <a:cs typeface=""/>
      </a:majorFont>
      <a:minorFont>
        <a:latin typeface="Zurich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Wiki Page" ma:contentTypeID="0x01010800D5DF4C7A16FF5A4E9A01E6EB312FCCFB" ma:contentTypeVersion="15" ma:contentTypeDescription="Create a new wiki page." ma:contentTypeScope="" ma:versionID="18c2b0c358e6071d2d6bc14739313d83">
  <xsd:schema xmlns:xsd="http://www.w3.org/2001/XMLSchema" xmlns:xs="http://www.w3.org/2001/XMLSchema" xmlns:p="http://schemas.microsoft.com/office/2006/metadata/properties" xmlns:ns1="http://schemas.microsoft.com/sharepoint/v3" xmlns:ns2="71a1477f-a12b-4043-aef8-fc24f821c00f" xmlns:ns3="023b2816-e46e-491b-98ed-53c6a4ff769a" targetNamespace="http://schemas.microsoft.com/office/2006/metadata/properties" ma:root="true" ma:fieldsID="9fcf64b12f969a48fba032f34605371b" ns1:_="" ns2:_="" ns3:_="">
    <xsd:import namespace="http://schemas.microsoft.com/sharepoint/v3"/>
    <xsd:import namespace="71a1477f-a12b-4043-aef8-fc24f821c00f"/>
    <xsd:import namespace="023b2816-e46e-491b-98ed-53c6a4ff769a"/>
    <xsd:element name="properties">
      <xsd:complexType>
        <xsd:sequence>
          <xsd:element name="documentManagement">
            <xsd:complexType>
              <xsd:all>
                <xsd:element ref="ns1:WikiField" minOccurs="0"/>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MediaServiceDateTaken" minOccurs="0"/>
                <xsd:element ref="ns2:lcf76f155ced4ddcb4097134ff3c332f" minOccurs="0"/>
                <xsd:element ref="ns3:TaxCatchAll" minOccurs="0"/>
                <xsd:element ref="ns3:SharedWithUsers" minOccurs="0"/>
                <xsd:element ref="ns3:SharedWithDetails" minOccurs="0"/>
                <xsd:element ref="ns1:_Extended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WikiField" ma:index="7" nillable="true" ma:displayName="Wiki Content" ma:internalName="WikiField">
      <xsd:simpleType>
        <xsd:restriction base="dms:Note"/>
      </xsd:simpleType>
    </xsd:element>
    <xsd:element name="_ExtendedDescription" ma:index="23"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1a1477f-a12b-4043-aef8-fc24f821c0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618b8b8-60da-404e-965f-267646ff2e1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23b2816-e46e-491b-98ed-53c6a4ff769a"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f0f58f83-5223-4665-b185-a63a75a9b5da}" ma:internalName="TaxCatchAll" ma:showField="CatchAllData" ma:web="023b2816-e46e-491b-98ed-53c6a4ff769a">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WikiEditForm</Display>
  <Edit>WikiEditForm</Edit>
  <New>WikiEditForm</New>
</FormTemplates>
</file>

<file path=customXml/item3.xml><?xml version="1.0" encoding="utf-8"?>
<p:properties xmlns:p="http://schemas.microsoft.com/office/2006/metadata/properties" xmlns:xsi="http://www.w3.org/2001/XMLSchema-instance" xmlns:pc="http://schemas.microsoft.com/office/infopath/2007/PartnerControls">
  <documentManagement>
    <WikiField xmlns="http://schemas.microsoft.com/sharepoint/v3" xsi:nil="true"/>
    <lcf76f155ced4ddcb4097134ff3c332f xmlns="71a1477f-a12b-4043-aef8-fc24f821c00f">
      <Terms xmlns="http://schemas.microsoft.com/office/infopath/2007/PartnerControls"/>
    </lcf76f155ced4ddcb4097134ff3c332f>
    <TaxCatchAll xmlns="023b2816-e46e-491b-98ed-53c6a4ff769a" xsi:nil="true"/>
    <_ExtendedDescription xmlns="http://schemas.microsoft.com/sharepoint/v3" xsi:nil="true"/>
  </documentManagement>
</p:properties>
</file>

<file path=customXml/itemProps1.xml><?xml version="1.0" encoding="utf-8"?>
<ds:datastoreItem xmlns:ds="http://schemas.openxmlformats.org/officeDocument/2006/customXml" ds:itemID="{CA140172-D64C-4241-8FD0-6E8E7A3E39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1477f-a12b-4043-aef8-fc24f821c00f"/>
    <ds:schemaRef ds:uri="023b2816-e46e-491b-98ed-53c6a4ff76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6EACCC6-57AD-465F-83E5-D797F85603FA}">
  <ds:schemaRefs>
    <ds:schemaRef ds:uri="http://schemas.microsoft.com/sharepoint/v3/contenttype/forms"/>
  </ds:schemaRefs>
</ds:datastoreItem>
</file>

<file path=customXml/itemProps3.xml><?xml version="1.0" encoding="utf-8"?>
<ds:datastoreItem xmlns:ds="http://schemas.openxmlformats.org/officeDocument/2006/customXml" ds:itemID="{19876F6E-3601-4EBF-A84C-D5870E4721DA}">
  <ds:schemaRefs>
    <ds:schemaRef ds:uri="http://schemas.microsoft.com/office/2006/documentManagement/types"/>
    <ds:schemaRef ds:uri="http://purl.org/dc/terms/"/>
    <ds:schemaRef ds:uri="71a1477f-a12b-4043-aef8-fc24f821c00f"/>
    <ds:schemaRef ds:uri="http://schemas.openxmlformats.org/package/2006/metadata/core-properties"/>
    <ds:schemaRef ds:uri="http://schemas.microsoft.com/sharepoint/v3"/>
    <ds:schemaRef ds:uri="http://purl.org/dc/elements/1.1/"/>
    <ds:schemaRef ds:uri="http://purl.org/dc/dcmitype/"/>
    <ds:schemaRef ds:uri="http://schemas.microsoft.com/office/2006/metadata/properties"/>
    <ds:schemaRef ds:uri="http://schemas.microsoft.com/office/infopath/2007/PartnerControls"/>
    <ds:schemaRef ds:uri="023b2816-e46e-491b-98ed-53c6a4ff769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ICICI_Corporate Deck</Template>
  <TotalTime>24359</TotalTime>
  <Words>2152</Words>
  <Application>Microsoft Office PowerPoint</Application>
  <PresentationFormat>Custom</PresentationFormat>
  <Paragraphs>288</Paragraphs>
  <Slides>19</Slides>
  <Notes>1</Notes>
  <HiddenSlides>0</HiddenSlides>
  <MMClips>1</MMClips>
  <ScaleCrop>false</ScaleCrop>
  <HeadingPairs>
    <vt:vector size="6" baseType="variant">
      <vt:variant>
        <vt:lpstr>Fonts Used</vt:lpstr>
      </vt:variant>
      <vt:variant>
        <vt:i4>10</vt:i4>
      </vt:variant>
      <vt:variant>
        <vt:lpstr>Theme</vt:lpstr>
      </vt:variant>
      <vt:variant>
        <vt:i4>8</vt:i4>
      </vt:variant>
      <vt:variant>
        <vt:lpstr>Slide Titles</vt:lpstr>
      </vt:variant>
      <vt:variant>
        <vt:i4>19</vt:i4>
      </vt:variant>
    </vt:vector>
  </HeadingPairs>
  <TitlesOfParts>
    <vt:vector size="37" baseType="lpstr">
      <vt:lpstr>Arial</vt:lpstr>
      <vt:lpstr>Calibri</vt:lpstr>
      <vt:lpstr>Mulish</vt:lpstr>
      <vt:lpstr>Mulish SemiBold</vt:lpstr>
      <vt:lpstr>Open Sans</vt:lpstr>
      <vt:lpstr>Tw Cen MT</vt:lpstr>
      <vt:lpstr>Wingdings</vt:lpstr>
      <vt:lpstr>Zurich BT</vt:lpstr>
      <vt:lpstr>Zurich BT Roman</vt:lpstr>
      <vt:lpstr>Zurich Lt BT</vt:lpstr>
      <vt:lpstr>Title +Thank You</vt:lpstr>
      <vt:lpstr>Agenda</vt:lpstr>
      <vt:lpstr>Text Slide</vt:lpstr>
      <vt:lpstr>Text + Media </vt:lpstr>
      <vt:lpstr>Graph Slides</vt:lpstr>
      <vt:lpstr>Full Table </vt:lpstr>
      <vt:lpstr>Smart Art </vt:lpstr>
      <vt:lpstr>Impact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Naman Gupta     /MERCHANTPR/IBANK/MUM</cp:lastModifiedBy>
  <cp:revision>750</cp:revision>
  <dcterms:created xsi:type="dcterms:W3CDTF">2017-08-16T06:09:28Z</dcterms:created>
  <dcterms:modified xsi:type="dcterms:W3CDTF">2026-01-28T10:26:54Z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0x01010800D5DF4C7A16FF5A4E9A01E6EB312FCCFB</vt:lpwstr>
  </property>
</Properties>
</file>